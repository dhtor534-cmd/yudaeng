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 type="screen16x9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presProps" Target="presProps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4000">
          <a:solidFill>
            <a:srgbClr val="221E18"/>
          </a:solidFill>
          <a:latin typeface="Malgun Gothic"/>
          <a:ea typeface="Malgun Gothic"/>
        </a:defRPr>
      </a:lvl1pPr>
    </p:titleStyle>
    <p:bodyStyle>
      <a:lvl1pPr algn="l">
        <a:defRPr sz="1600">
          <a:solidFill>
            <a:srgbClr val="221E18"/>
          </a:solidFill>
          <a:latin typeface="Malgun Gothic"/>
          <a:ea typeface="Malgun Gothic"/>
        </a:defRPr>
      </a:lvl1pPr>
    </p:bodyStyle>
    <p:otherStyle>
      <a:lvl1pPr>
        <a:defRPr sz="1600">
          <a:latin typeface="Malgun Gothic"/>
          <a:ea typeface="Malgun Gothic"/>
        </a:defRPr>
      </a:lvl1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640080" y="560070"/>
            <a:ext cx="720000" cy="86400"/>
          </a:xfrm>
          <a:prstGeom prst="rect">
            <a:avLst/>
          </a:prstGeom>
          <a:solidFill>
            <a:srgbClr val="C63A22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eyebrow"/>
          <p:cNvSpPr/>
          <p:nvPr/>
        </p:nvSpPr>
        <p:spPr>
          <a:xfrm>
            <a:off x="640080" y="700080"/>
            <a:ext cx="10911840" cy="360000"/>
          </a:xfrm>
          <a:prstGeom prst="rect">
            <a:avLst/>
          </a:prstGeom>
        </p:spPr>
        <p:txBody>
          <a:bodyPr/>
          <a:lstStyle/>
          <a:p>
            <a:r>
              <a:rPr lang="en-US" sz="1100" spc="240" dirty="0">
                <a:solidFill>
                  <a:srgbClr val="C63A22"/>
                </a:solidFill>
                <a:latin typeface="Malgun Gothic"/>
                <a:ea typeface="Malgun Gothic"/>
              </a:rPr>
              <a:t>15분 레시피북</a:t>
            </a:r>
          </a:p>
        </p:txBody>
      </p:sp>
      <p:sp>
        <p:nvSpPr>
          <p:cNvPr id="4" name="content"/>
          <p:cNvSpPr/>
          <p:nvPr/>
        </p:nvSpPr>
        <p:spPr>
          <a:xfrm>
            <a:off x="640080" y="1900000"/>
            <a:ext cx="10911840" cy="36000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ko-KR" sz="4000" b="1" dirty="0">
                <a:solidFill>
                  <a:srgbClr val="221E18"/>
                </a:solidFill>
                <a:latin typeface="Malgun Gothic"/>
                <a:ea typeface="Malgun Gothic"/>
              </a:rPr>
              <a:t>15분 머그컵 초코케이크 🍫</a:t>
            </a:r>
          </a:p>
          <a:p>
            <a:r>
              <a:rPr lang="ko-KR" sz="1500" dirty="0">
                <a:solidFill>
                  <a:srgbClr val="5B5348"/>
                </a:solidFill>
                <a:latin typeface="Malgun Gothic"/>
                <a:ea typeface="Malgun Gothic"/>
              </a:rPr>
              <a:t>전자레인지로 2분이면 완성되는 1인용 촉촉 초코케이크. 오븐도, 계량저울도 필요 없습니다.</a:t>
            </a:r>
          </a:p>
          <a:p>
            <a:r>
              <a:rPr lang="ko-KR" sz="1400" dirty="0">
                <a:solidFill>
                  <a:srgbClr val="C63A22"/>
                </a:solidFill>
                <a:latin typeface="Malgun Gothic"/>
                <a:ea typeface="Malgun Gothic"/>
              </a:rPr>
              <a:t>머그컵 1개 · 난이도 매우 쉬움 · 조리 약 15분 (재료 준비 포함, 실제 조리 2분)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640080" y="560070"/>
            <a:ext cx="720000" cy="86400"/>
          </a:xfrm>
          <a:prstGeom prst="rect">
            <a:avLst/>
          </a:prstGeom>
          <a:solidFill>
            <a:srgbClr val="C63A22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eyebrow"/>
          <p:cNvSpPr/>
          <p:nvPr/>
        </p:nvSpPr>
        <p:spPr>
          <a:xfrm>
            <a:off x="640080" y="700080"/>
            <a:ext cx="10911840" cy="360000"/>
          </a:xfrm>
          <a:prstGeom prst="rect">
            <a:avLst/>
          </a:prstGeom>
        </p:spPr>
        <p:txBody>
          <a:bodyPr/>
          <a:lstStyle/>
          <a:p>
            <a:r>
              <a:rPr lang="en-US" sz="1100" spc="240" dirty="0">
                <a:solidFill>
                  <a:srgbClr val="C63A22"/>
                </a:solidFill>
                <a:latin typeface="Malgun Gothic"/>
                <a:ea typeface="Malgun Gothic"/>
              </a:rPr>
              <a:t>재료</a:t>
            </a:r>
          </a:p>
        </p:txBody>
      </p:sp>
      <p:sp>
        <p:nvSpPr>
          <p:cNvPr id="4" name="heading"/>
          <p:cNvSpPr/>
          <p:nvPr/>
        </p:nvSpPr>
        <p:spPr>
          <a:xfrm>
            <a:off x="640080" y="1060080"/>
            <a:ext cx="10911840" cy="760000"/>
          </a:xfrm>
          <a:prstGeom prst="rect">
            <a:avLst/>
          </a:prstGeom>
        </p:spPr>
        <p:txBody>
          <a:bodyPr/>
          <a:lstStyle/>
          <a:p>
            <a:r>
              <a:rPr lang="ko-KR" sz="3200" b="1" dirty="0">
                <a:solidFill>
                  <a:srgbClr val="221E18"/>
                </a:solidFill>
                <a:latin typeface="Malgun Gothic"/>
                <a:ea typeface="Malgun Gothic"/>
              </a:rPr>
              <a:t>재료 · 머그컵 1개</a:t>
            </a:r>
          </a:p>
        </p:txBody>
      </p:sp>
      <p:sp>
        <p:nvSpPr>
          <p:cNvPr id="5" name="content"/>
          <p:cNvSpPr/>
          <p:nvPr/>
        </p:nvSpPr>
        <p:spPr>
          <a:xfrm>
            <a:off x="640080" y="1960000"/>
            <a:ext cx="10911840" cy="45000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buChar char="•"/>
            </a:pPr>
            <a:r>
              <a:rPr lang="ko-KR" sz="1500" dirty="0">
                <a:solidFill>
                  <a:srgbClr val="221E18"/>
                </a:solidFill>
                <a:latin typeface="Malgun Gothic"/>
                <a:ea typeface="Malgun Gothic"/>
              </a:rPr>
              <a:t>박력분 (또는 중력분)</a:t>
            </a:r>
            <a:r>
              <a:rPr lang="ko-KR" sz="1400" dirty="0">
                <a:solidFill>
                  <a:srgbClr val="6B6459"/>
                </a:solidFill>
                <a:latin typeface="Malgun Gothic"/>
                <a:ea typeface="Malgun Gothic"/>
              </a:rPr>
              <a:t>   —   4큰술</a:t>
            </a:r>
          </a:p>
          <a:p>
            <a:pPr>
              <a:buChar char="•"/>
            </a:pPr>
            <a:r>
              <a:rPr lang="ko-KR" sz="1500" dirty="0">
                <a:solidFill>
                  <a:srgbClr val="221E18"/>
                </a:solidFill>
                <a:latin typeface="Malgun Gothic"/>
                <a:ea typeface="Malgun Gothic"/>
              </a:rPr>
              <a:t>설탕</a:t>
            </a:r>
            <a:r>
              <a:rPr lang="ko-KR" sz="1400" dirty="0">
                <a:solidFill>
                  <a:srgbClr val="6B6459"/>
                </a:solidFill>
                <a:latin typeface="Malgun Gothic"/>
                <a:ea typeface="Malgun Gothic"/>
              </a:rPr>
              <a:t>   —   3큰술</a:t>
            </a:r>
          </a:p>
          <a:p>
            <a:pPr>
              <a:buChar char="•"/>
            </a:pPr>
            <a:r>
              <a:rPr lang="ko-KR" sz="1500" dirty="0">
                <a:solidFill>
                  <a:srgbClr val="221E18"/>
                </a:solidFill>
                <a:latin typeface="Malgun Gothic"/>
                <a:ea typeface="Malgun Gothic"/>
              </a:rPr>
              <a:t>코코아 가루</a:t>
            </a:r>
            <a:r>
              <a:rPr lang="ko-KR" sz="1400" dirty="0">
                <a:solidFill>
                  <a:srgbClr val="6B6459"/>
                </a:solidFill>
                <a:latin typeface="Malgun Gothic"/>
                <a:ea typeface="Malgun Gothic"/>
              </a:rPr>
              <a:t>   —   2큰술</a:t>
            </a:r>
          </a:p>
          <a:p>
            <a:pPr>
              <a:buChar char="•"/>
            </a:pPr>
            <a:r>
              <a:rPr lang="ko-KR" sz="1500" dirty="0">
                <a:solidFill>
                  <a:srgbClr val="221E18"/>
                </a:solidFill>
                <a:latin typeface="Malgun Gothic"/>
                <a:ea typeface="Malgun Gothic"/>
              </a:rPr>
              <a:t>베이킹파우더</a:t>
            </a:r>
            <a:r>
              <a:rPr lang="ko-KR" sz="1400" dirty="0">
                <a:solidFill>
                  <a:srgbClr val="6B6459"/>
                </a:solidFill>
                <a:latin typeface="Malgun Gothic"/>
                <a:ea typeface="Malgun Gothic"/>
              </a:rPr>
              <a:t>   —   1/4작은술</a:t>
            </a:r>
          </a:p>
          <a:p>
            <a:pPr>
              <a:buChar char="•"/>
            </a:pPr>
            <a:r>
              <a:rPr lang="ko-KR" sz="1500" dirty="0">
                <a:solidFill>
                  <a:srgbClr val="221E18"/>
                </a:solidFill>
                <a:latin typeface="Malgun Gothic"/>
                <a:ea typeface="Malgun Gothic"/>
              </a:rPr>
              <a:t>소금</a:t>
            </a:r>
            <a:r>
              <a:rPr lang="ko-KR" sz="1400" dirty="0">
                <a:solidFill>
                  <a:srgbClr val="6B6459"/>
                </a:solidFill>
                <a:latin typeface="Malgun Gothic"/>
                <a:ea typeface="Malgun Gothic"/>
              </a:rPr>
              <a:t>   —   한 꼬집</a:t>
            </a:r>
          </a:p>
          <a:p>
            <a:pPr>
              <a:buChar char="•"/>
            </a:pPr>
            <a:r>
              <a:rPr lang="ko-KR" sz="1500" dirty="0">
                <a:solidFill>
                  <a:srgbClr val="221E18"/>
                </a:solidFill>
                <a:latin typeface="Malgun Gothic"/>
                <a:ea typeface="Malgun Gothic"/>
              </a:rPr>
              <a:t>우유</a:t>
            </a:r>
            <a:r>
              <a:rPr lang="ko-KR" sz="1400" dirty="0">
                <a:solidFill>
                  <a:srgbClr val="6B6459"/>
                </a:solidFill>
                <a:latin typeface="Malgun Gothic"/>
                <a:ea typeface="Malgun Gothic"/>
              </a:rPr>
              <a:t>   —   3큰술</a:t>
            </a:r>
          </a:p>
          <a:p>
            <a:pPr>
              <a:buChar char="•"/>
            </a:pPr>
            <a:r>
              <a:rPr lang="ko-KR" sz="1500" dirty="0">
                <a:solidFill>
                  <a:srgbClr val="221E18"/>
                </a:solidFill>
                <a:latin typeface="Malgun Gothic"/>
                <a:ea typeface="Malgun Gothic"/>
              </a:rPr>
              <a:t>식용유 (또는 녹인 버터)</a:t>
            </a:r>
            <a:r>
              <a:rPr lang="ko-KR" sz="1400" dirty="0">
                <a:solidFill>
                  <a:srgbClr val="6B6459"/>
                </a:solidFill>
                <a:latin typeface="Malgun Gothic"/>
                <a:ea typeface="Malgun Gothic"/>
              </a:rPr>
              <a:t>   —   2큰술</a:t>
            </a:r>
          </a:p>
          <a:p>
            <a:pPr>
              <a:buChar char="•"/>
            </a:pPr>
            <a:r>
              <a:rPr lang="ko-KR" sz="1500" dirty="0">
                <a:solidFill>
                  <a:srgbClr val="221E18"/>
                </a:solidFill>
                <a:latin typeface="Malgun Gothic"/>
                <a:ea typeface="Malgun Gothic"/>
              </a:rPr>
              <a:t>계란</a:t>
            </a:r>
            <a:r>
              <a:rPr lang="ko-KR" sz="1400" dirty="0">
                <a:solidFill>
                  <a:srgbClr val="6B6459"/>
                </a:solidFill>
                <a:latin typeface="Malgun Gothic"/>
                <a:ea typeface="Malgun Gothic"/>
              </a:rPr>
              <a:t>   —   1개</a:t>
            </a:r>
          </a:p>
          <a:p>
            <a:pPr>
              <a:buChar char="•"/>
            </a:pPr>
            <a:r>
              <a:rPr lang="ko-KR" sz="1500" dirty="0">
                <a:solidFill>
                  <a:srgbClr val="221E18"/>
                </a:solidFill>
                <a:latin typeface="Malgun Gothic"/>
                <a:ea typeface="Malgun Gothic"/>
              </a:rPr>
              <a:t>바닐라 익스트랙 (선택)</a:t>
            </a:r>
            <a:r>
              <a:rPr lang="ko-KR" sz="1400" dirty="0">
                <a:solidFill>
                  <a:srgbClr val="6B6459"/>
                </a:solidFill>
                <a:latin typeface="Malgun Gothic"/>
                <a:ea typeface="Malgun Gothic"/>
              </a:rPr>
              <a:t>   —   1/4작은술</a:t>
            </a:r>
          </a:p>
          <a:p>
            <a:pPr>
              <a:buChar char="•"/>
            </a:pPr>
            <a:r>
              <a:rPr lang="ko-KR" sz="1500" dirty="0">
                <a:solidFill>
                  <a:srgbClr val="221E18"/>
                </a:solidFill>
                <a:latin typeface="Malgun Gothic"/>
                <a:ea typeface="Malgun Gothic"/>
              </a:rPr>
              <a:t>초코칩 또는 다진 초콜릿</a:t>
            </a:r>
            <a:r>
              <a:rPr lang="ko-KR" sz="1400" dirty="0">
                <a:solidFill>
                  <a:srgbClr val="6B6459"/>
                </a:solidFill>
                <a:latin typeface="Malgun Gothic"/>
                <a:ea typeface="Malgun Gothic"/>
              </a:rPr>
              <a:t>   —   1큰술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640080" y="560070"/>
            <a:ext cx="720000" cy="86400"/>
          </a:xfrm>
          <a:prstGeom prst="rect">
            <a:avLst/>
          </a:prstGeom>
          <a:solidFill>
            <a:srgbClr val="C63A22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eyebrow"/>
          <p:cNvSpPr/>
          <p:nvPr/>
        </p:nvSpPr>
        <p:spPr>
          <a:xfrm>
            <a:off x="640080" y="700080"/>
            <a:ext cx="10911840" cy="360000"/>
          </a:xfrm>
          <a:prstGeom prst="rect">
            <a:avLst/>
          </a:prstGeom>
        </p:spPr>
        <p:txBody>
          <a:bodyPr/>
          <a:lstStyle/>
          <a:p>
            <a:r>
              <a:rPr lang="en-US" sz="1100" spc="240" dirty="0">
                <a:solidFill>
                  <a:srgbClr val="C63A22"/>
                </a:solidFill>
                <a:latin typeface="Malgun Gothic"/>
                <a:ea typeface="Malgun Gothic"/>
              </a:rPr>
              <a:t>만드는 법</a:t>
            </a:r>
          </a:p>
        </p:txBody>
      </p:sp>
      <p:sp>
        <p:nvSpPr>
          <p:cNvPr id="4" name="heading"/>
          <p:cNvSpPr/>
          <p:nvPr/>
        </p:nvSpPr>
        <p:spPr>
          <a:xfrm>
            <a:off x="640080" y="1060080"/>
            <a:ext cx="10911840" cy="760000"/>
          </a:xfrm>
          <a:prstGeom prst="rect">
            <a:avLst/>
          </a:prstGeom>
        </p:spPr>
        <p:txBody>
          <a:bodyPr/>
          <a:lstStyle/>
          <a:p>
            <a:r>
              <a:rPr lang="ko-KR" sz="3200" b="1" dirty="0">
                <a:solidFill>
                  <a:srgbClr val="221E18"/>
                </a:solidFill>
                <a:latin typeface="Malgun Gothic"/>
                <a:ea typeface="Malgun Gothic"/>
              </a:rPr>
              <a:t>만드는 법 (1)</a:t>
            </a:r>
          </a:p>
        </p:txBody>
      </p:sp>
      <p:sp>
        <p:nvSpPr>
          <p:cNvPr id="5" name="content"/>
          <p:cNvSpPr/>
          <p:nvPr/>
        </p:nvSpPr>
        <p:spPr>
          <a:xfrm>
            <a:off x="640080" y="1960000"/>
            <a:ext cx="10911840" cy="45000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ko-KR" sz="1600" b="1" dirty="0">
                <a:solidFill>
                  <a:srgbClr val="C63A22"/>
                </a:solidFill>
                <a:latin typeface="Malgun Gothic"/>
                <a:ea typeface="Malgun Gothic"/>
              </a:rPr>
              <a:t>1. </a:t>
            </a:r>
            <a:r>
              <a:rPr lang="ko-KR" sz="1600" b="1" dirty="0">
                <a:solidFill>
                  <a:srgbClr val="221E18"/>
                </a:solidFill>
                <a:latin typeface="Malgun Gothic"/>
                <a:ea typeface="Malgun Gothic"/>
              </a:rPr>
              <a:t>가루 섞기</a:t>
            </a:r>
            <a:r>
              <a:rPr lang="ko-KR" sz="1200" dirty="0">
                <a:solidFill>
                  <a:srgbClr val="4A6B3A"/>
                </a:solidFill>
                <a:latin typeface="Malgun Gothic"/>
                <a:ea typeface="Malgun Gothic"/>
              </a:rPr>
              <a:t>  (3분)</a:t>
            </a:r>
          </a:p>
          <a:p>
            <a:pPr marL="342900" indent="0"/>
            <a:r>
              <a:rPr lang="ko-KR" sz="1300" dirty="0">
                <a:solidFill>
                  <a:srgbClr val="4A443B"/>
                </a:solidFill>
                <a:latin typeface="Malgun Gothic"/>
                <a:ea typeface="Malgun Gothic"/>
              </a:rPr>
              <a:t>전자레인지용 머그컵(250ml 이상)에 박력분, 설탕, 코코아 가루, 베이킹파우더, 소금을 넣고 포크로 골고루 섞는다.</a:t>
            </a:r>
          </a:p>
          <a:p>
            <a:r>
              <a:rPr lang="ko-KR" sz="600" dirty="0">
                <a:solidFill>
                  <a:srgbClr val="4A443B"/>
                </a:solidFill>
                <a:latin typeface="Malgun Gothic"/>
                <a:ea typeface="Malgun Gothic"/>
              </a:rPr>
              <a:t> </a:t>
            </a:r>
          </a:p>
          <a:p>
            <a:r>
              <a:rPr lang="ko-KR" sz="1600" b="1" dirty="0">
                <a:solidFill>
                  <a:srgbClr val="C63A22"/>
                </a:solidFill>
                <a:latin typeface="Malgun Gothic"/>
                <a:ea typeface="Malgun Gothic"/>
              </a:rPr>
              <a:t>2. </a:t>
            </a:r>
            <a:r>
              <a:rPr lang="ko-KR" sz="1600" b="1" dirty="0">
                <a:solidFill>
                  <a:srgbClr val="221E18"/>
                </a:solidFill>
                <a:latin typeface="Malgun Gothic"/>
                <a:ea typeface="Malgun Gothic"/>
              </a:rPr>
              <a:t>액체 넣기</a:t>
            </a:r>
            <a:r>
              <a:rPr lang="ko-KR" sz="1200" dirty="0">
                <a:solidFill>
                  <a:srgbClr val="4A6B3A"/>
                </a:solidFill>
                <a:latin typeface="Malgun Gothic"/>
                <a:ea typeface="Malgun Gothic"/>
              </a:rPr>
              <a:t>  (3분)</a:t>
            </a:r>
          </a:p>
          <a:p>
            <a:pPr marL="342900" indent="0"/>
            <a:r>
              <a:rPr lang="ko-KR" sz="1300" dirty="0">
                <a:solidFill>
                  <a:srgbClr val="4A443B"/>
                </a:solidFill>
                <a:latin typeface="Malgun Gothic"/>
                <a:ea typeface="Malgun Gothic"/>
              </a:rPr>
              <a:t>우유, 식용유, 계란, 바닐라를 넣고 가루가 보이지 않을 때까지 잘 젓는다. 컵 옆면에 묻은 가루도 긁어 섞는다.</a:t>
            </a:r>
          </a:p>
          <a:p>
            <a:r>
              <a:rPr lang="ko-KR" sz="600" dirty="0">
                <a:solidFill>
                  <a:srgbClr val="4A443B"/>
                </a:solidFill>
                <a:latin typeface="Malgun Gothic"/>
                <a:ea typeface="Malgun Gothic"/>
              </a:rPr>
              <a:t> </a:t>
            </a:r>
          </a:p>
          <a:p>
            <a:r>
              <a:rPr lang="ko-KR" sz="1600" b="1" dirty="0">
                <a:solidFill>
                  <a:srgbClr val="C63A22"/>
                </a:solidFill>
                <a:latin typeface="Malgun Gothic"/>
                <a:ea typeface="Malgun Gothic"/>
              </a:rPr>
              <a:t>3. </a:t>
            </a:r>
            <a:r>
              <a:rPr lang="ko-KR" sz="1600" b="1" dirty="0">
                <a:solidFill>
                  <a:srgbClr val="221E18"/>
                </a:solidFill>
                <a:latin typeface="Malgun Gothic"/>
                <a:ea typeface="Malgun Gothic"/>
              </a:rPr>
              <a:t>초콜릿 추가</a:t>
            </a:r>
            <a:r>
              <a:rPr lang="ko-KR" sz="1200" dirty="0">
                <a:solidFill>
                  <a:srgbClr val="4A6B3A"/>
                </a:solidFill>
                <a:latin typeface="Malgun Gothic"/>
                <a:ea typeface="Malgun Gothic"/>
              </a:rPr>
              <a:t>  (1분)</a:t>
            </a:r>
          </a:p>
          <a:p>
            <a:pPr marL="342900" indent="0"/>
            <a:r>
              <a:rPr lang="ko-KR" sz="1300" dirty="0">
                <a:solidFill>
                  <a:srgbClr val="4A443B"/>
                </a:solidFill>
                <a:latin typeface="Malgun Gothic"/>
                <a:ea typeface="Malgun Gothic"/>
              </a:rPr>
              <a:t>초코칩 절반을 반죽에 섞고, 나머지 절반은 위에 뿌린다.</a:t>
            </a:r>
          </a:p>
          <a:p>
            <a:r>
              <a:rPr lang="ko-KR" sz="600" dirty="0">
                <a:solidFill>
                  <a:srgbClr val="4A443B"/>
                </a:solidFill>
                <a:latin typeface="Malgun Gothic"/>
                <a:ea typeface="Malgun Gothic"/>
              </a:rPr>
              <a:t> </a:t>
            </a:r>
          </a:p>
          <a:p>
            <a:r>
              <a:rPr lang="ko-KR" sz="1600" b="1" dirty="0">
                <a:solidFill>
                  <a:srgbClr val="C63A22"/>
                </a:solidFill>
                <a:latin typeface="Malgun Gothic"/>
                <a:ea typeface="Malgun Gothic"/>
              </a:rPr>
              <a:t>4. </a:t>
            </a:r>
            <a:r>
              <a:rPr lang="ko-KR" sz="1600" b="1" dirty="0">
                <a:solidFill>
                  <a:srgbClr val="221E18"/>
                </a:solidFill>
                <a:latin typeface="Malgun Gothic"/>
                <a:ea typeface="Malgun Gothic"/>
              </a:rPr>
              <a:t>전자레인지</a:t>
            </a:r>
            <a:r>
              <a:rPr lang="ko-KR" sz="1200" dirty="0">
                <a:solidFill>
                  <a:srgbClr val="4A6B3A"/>
                </a:solidFill>
                <a:latin typeface="Malgun Gothic"/>
                <a:ea typeface="Malgun Gothic"/>
              </a:rPr>
              <a:t>  (2분)</a:t>
            </a:r>
          </a:p>
          <a:p>
            <a:pPr marL="342900" indent="0"/>
            <a:r>
              <a:rPr lang="ko-KR" sz="1300" dirty="0">
                <a:solidFill>
                  <a:srgbClr val="4A443B"/>
                </a:solidFill>
                <a:latin typeface="Malgun Gothic"/>
                <a:ea typeface="Malgun Gothic"/>
              </a:rPr>
              <a:t>700~1000W 기준 1분 30초~2분 돌린다. 윗면이 살짝 촉촉해 보일 때 멈춘다. **과조리하면 뻑뻑해지니 주의.**</a:t>
            </a:r>
          </a:p>
          <a:p>
            <a:r>
              <a:rPr lang="ko-KR" sz="600" dirty="0">
                <a:solidFill>
                  <a:srgbClr val="4A443B"/>
                </a:solidFill>
                <a:latin typeface="Malgun Gothic"/>
                <a:ea typeface="Malgun Gothic"/>
              </a:rPr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640080" y="560070"/>
            <a:ext cx="720000" cy="86400"/>
          </a:xfrm>
          <a:prstGeom prst="rect">
            <a:avLst/>
          </a:prstGeom>
          <a:solidFill>
            <a:srgbClr val="C63A22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eyebrow"/>
          <p:cNvSpPr/>
          <p:nvPr/>
        </p:nvSpPr>
        <p:spPr>
          <a:xfrm>
            <a:off x="640080" y="700080"/>
            <a:ext cx="10911840" cy="360000"/>
          </a:xfrm>
          <a:prstGeom prst="rect">
            <a:avLst/>
          </a:prstGeom>
        </p:spPr>
        <p:txBody>
          <a:bodyPr/>
          <a:lstStyle/>
          <a:p>
            <a:r>
              <a:rPr lang="en-US" sz="1100" spc="240" dirty="0">
                <a:solidFill>
                  <a:srgbClr val="C63A22"/>
                </a:solidFill>
                <a:latin typeface="Malgun Gothic"/>
                <a:ea typeface="Malgun Gothic"/>
              </a:rPr>
              <a:t>만드는 법</a:t>
            </a:r>
          </a:p>
        </p:txBody>
      </p:sp>
      <p:sp>
        <p:nvSpPr>
          <p:cNvPr id="4" name="heading"/>
          <p:cNvSpPr/>
          <p:nvPr/>
        </p:nvSpPr>
        <p:spPr>
          <a:xfrm>
            <a:off x="640080" y="1060080"/>
            <a:ext cx="10911840" cy="760000"/>
          </a:xfrm>
          <a:prstGeom prst="rect">
            <a:avLst/>
          </a:prstGeom>
        </p:spPr>
        <p:txBody>
          <a:bodyPr/>
          <a:lstStyle/>
          <a:p>
            <a:r>
              <a:rPr lang="ko-KR" sz="3200" b="1" dirty="0">
                <a:solidFill>
                  <a:srgbClr val="221E18"/>
                </a:solidFill>
                <a:latin typeface="Malgun Gothic"/>
                <a:ea typeface="Malgun Gothic"/>
              </a:rPr>
              <a:t>만드는 법 (2)</a:t>
            </a:r>
          </a:p>
        </p:txBody>
      </p:sp>
      <p:sp>
        <p:nvSpPr>
          <p:cNvPr id="5" name="content"/>
          <p:cNvSpPr/>
          <p:nvPr/>
        </p:nvSpPr>
        <p:spPr>
          <a:xfrm>
            <a:off x="640080" y="1960000"/>
            <a:ext cx="10911840" cy="45000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ko-KR" sz="1600" b="1" dirty="0">
                <a:solidFill>
                  <a:srgbClr val="C63A22"/>
                </a:solidFill>
                <a:latin typeface="Malgun Gothic"/>
                <a:ea typeface="Malgun Gothic"/>
              </a:rPr>
              <a:t>5. </a:t>
            </a:r>
            <a:r>
              <a:rPr lang="ko-KR" sz="1600" b="1" dirty="0">
                <a:solidFill>
                  <a:srgbClr val="221E18"/>
                </a:solidFill>
                <a:latin typeface="Malgun Gothic"/>
                <a:ea typeface="Malgun Gothic"/>
              </a:rPr>
              <a:t>식히기</a:t>
            </a:r>
            <a:r>
              <a:rPr lang="ko-KR" sz="1200" dirty="0">
                <a:solidFill>
                  <a:srgbClr val="4A6B3A"/>
                </a:solidFill>
                <a:latin typeface="Malgun Gothic"/>
                <a:ea typeface="Malgun Gothic"/>
              </a:rPr>
              <a:t>  (3분)</a:t>
            </a:r>
          </a:p>
          <a:p>
            <a:pPr marL="342900" indent="0"/>
            <a:r>
              <a:rPr lang="ko-KR" sz="1300" dirty="0">
                <a:solidFill>
                  <a:srgbClr val="4A443B"/>
                </a:solidFill>
                <a:latin typeface="Malgun Gothic"/>
                <a:ea typeface="Malgun Gothic"/>
              </a:rPr>
              <a:t>컵째로 2~3분 두어 여열로 속까지 익힌다.</a:t>
            </a:r>
          </a:p>
          <a:p>
            <a:r>
              <a:rPr lang="ko-KR" sz="600" dirty="0">
                <a:solidFill>
                  <a:srgbClr val="4A443B"/>
                </a:solidFill>
                <a:latin typeface="Malgun Gothic"/>
                <a:ea typeface="Malgun Gothic"/>
              </a:rPr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640080" y="560070"/>
            <a:ext cx="720000" cy="86400"/>
          </a:xfrm>
          <a:prstGeom prst="rect">
            <a:avLst/>
          </a:prstGeom>
          <a:solidFill>
            <a:srgbClr val="C63A22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eyebrow"/>
          <p:cNvSpPr/>
          <p:nvPr/>
        </p:nvSpPr>
        <p:spPr>
          <a:xfrm>
            <a:off x="640080" y="700080"/>
            <a:ext cx="10911840" cy="360000"/>
          </a:xfrm>
          <a:prstGeom prst="rect">
            <a:avLst/>
          </a:prstGeom>
        </p:spPr>
        <p:txBody>
          <a:bodyPr/>
          <a:lstStyle/>
          <a:p>
            <a:r>
              <a:rPr lang="en-US" sz="1100" spc="240" dirty="0">
                <a:solidFill>
                  <a:srgbClr val="C63A22"/>
                </a:solidFill>
                <a:latin typeface="Malgun Gothic"/>
                <a:ea typeface="Malgun Gothic"/>
              </a:rPr>
              <a:t>팁</a:t>
            </a:r>
          </a:p>
        </p:txBody>
      </p:sp>
      <p:sp>
        <p:nvSpPr>
          <p:cNvPr id="4" name="heading"/>
          <p:cNvSpPr/>
          <p:nvPr/>
        </p:nvSpPr>
        <p:spPr>
          <a:xfrm>
            <a:off x="640080" y="1060080"/>
            <a:ext cx="10911840" cy="760000"/>
          </a:xfrm>
          <a:prstGeom prst="rect">
            <a:avLst/>
          </a:prstGeom>
        </p:spPr>
        <p:txBody>
          <a:bodyPr/>
          <a:lstStyle/>
          <a:p>
            <a:r>
              <a:rPr lang="ko-KR" sz="3200" b="1" dirty="0">
                <a:solidFill>
                  <a:srgbClr val="221E18"/>
                </a:solidFill>
                <a:latin typeface="Malgun Gothic"/>
                <a:ea typeface="Malgun Gothic"/>
              </a:rPr>
              <a:t>팁</a:t>
            </a:r>
          </a:p>
        </p:txBody>
      </p:sp>
      <p:sp>
        <p:nvSpPr>
          <p:cNvPr id="5" name="content"/>
          <p:cNvSpPr/>
          <p:nvPr/>
        </p:nvSpPr>
        <p:spPr>
          <a:xfrm>
            <a:off x="640080" y="1960000"/>
            <a:ext cx="10911840" cy="45000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buChar char="•"/>
            </a:pPr>
            <a:r>
              <a:rPr lang="ko-KR" sz="1400" dirty="0">
                <a:solidFill>
                  <a:srgbClr val="4A443B"/>
                </a:solidFill>
                <a:latin typeface="Malgun Gothic"/>
                <a:ea typeface="Malgun Gothic"/>
              </a:rPr>
              <a:t>W수가 낮으면 30초씩 나눠 돌리며 상태를 확인한다.</a:t>
            </a:r>
          </a:p>
          <a:p>
            <a:pPr>
              <a:buChar char="•"/>
            </a:pPr>
            <a:r>
              <a:rPr lang="ko-KR" sz="1400" dirty="0">
                <a:solidFill>
                  <a:srgbClr val="4A443B"/>
                </a:solidFill>
                <a:latin typeface="Malgun Gothic"/>
                <a:ea typeface="Malgun Gothic"/>
              </a:rPr>
              <a:t>더 촉촉하게: 반죽 가운데에 누텔라 1작은술을 숨겨 넣는다.</a:t>
            </a:r>
          </a:p>
          <a:p>
            <a:pPr>
              <a:buChar char="•"/>
            </a:pPr>
            <a:r>
              <a:rPr lang="ko-KR" sz="1400" dirty="0">
                <a:solidFill>
                  <a:srgbClr val="4A443B"/>
                </a:solidFill>
                <a:latin typeface="Malgun Gothic"/>
                <a:ea typeface="Malgun Gothic"/>
              </a:rPr>
              <a:t>우유 대신 두유·오트밀크 사용 가능. 계란을 빼면 우유를 5큰술로 늘린다(대신 식감이 조금 더 쫀득).</a:t>
            </a:r>
          </a:p>
          <a:p>
            <a:pPr>
              <a:buChar char="•"/>
            </a:pPr>
            <a:r>
              <a:rPr lang="ko-KR" sz="1400" dirty="0">
                <a:solidFill>
                  <a:srgbClr val="4A443B"/>
                </a:solidFill>
                <a:latin typeface="Malgun Gothic"/>
                <a:ea typeface="Malgun Gothic"/>
              </a:rPr>
              <a:t>컵의 3분의 2 이상 채우지 않는다. 부풀어 넘친다.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cipeBook">
  <a:themeElements>
    <a:clrScheme name="RecipeBook">
      <a:dk1>
        <a:sysClr val="windowText" lastClr="000000"/>
      </a:dk1>
      <a:lt1>
        <a:sysClr val="window" lastClr="FFFFFF"/>
      </a:lt1>
      <a:dk2>
        <a:srgbClr val="221E18"/>
      </a:dk2>
      <a:lt2>
        <a:srgbClr val="FBF3EC"/>
      </a:lt2>
      <a:accent1>
        <a:srgbClr val="C63A22"/>
      </a:accent1>
      <a:accent2>
        <a:srgbClr val="E8991F"/>
      </a:accent2>
      <a:accent3>
        <a:srgbClr val="4A6B3A"/>
      </a:accent3>
      <a:accent4>
        <a:srgbClr val="8A7568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RecipeBook">
      <a:majorFont>
        <a:latin typeface="Malgun Gothic"/>
        <a:ea typeface="Malgun Gothic"/>
        <a:cs typeface=""/>
      </a:majorFont>
      <a:minorFont>
        <a:latin typeface="Malgun Gothic"/>
        <a:ea typeface="Malgun Gothic"/>
        <a:cs typeface=""/>
      </a:minorFont>
    </a:fontScheme>
    <a:fmtScheme name="RecipeBook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