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000">
          <a:solidFill>
            <a:srgbClr val="221E18"/>
          </a:solidFill>
          <a:latin typeface="Malgun Gothic"/>
          <a:ea typeface="Malgun Gothic"/>
        </a:defRPr>
      </a:lvl1pPr>
    </p:titleStyle>
    <p:bodyStyle>
      <a:lvl1pPr algn="l">
        <a:defRPr sz="1600">
          <a:solidFill>
            <a:srgbClr val="221E18"/>
          </a:solidFill>
          <a:latin typeface="Malgun Gothic"/>
          <a:ea typeface="Malgun Gothic"/>
        </a:defRPr>
      </a:lvl1pPr>
    </p:bodyStyle>
    <p:otherStyle>
      <a:lvl1pPr>
        <a:defRPr sz="1600">
          <a:latin typeface="Malgun Gothic"/>
          <a:ea typeface="Malgun Gothic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15분 레시피북</a:t>
            </a:r>
          </a:p>
        </p:txBody>
      </p:sp>
      <p:sp>
        <p:nvSpPr>
          <p:cNvPr id="4" name="content"/>
          <p:cNvSpPr/>
          <p:nvPr/>
        </p:nvSpPr>
        <p:spPr>
          <a:xfrm>
            <a:off x="640080" y="1900000"/>
            <a:ext cx="10911840" cy="36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4000" b="1" dirty="0">
                <a:solidFill>
                  <a:srgbClr val="221E18"/>
                </a:solidFill>
                <a:latin typeface="Malgun Gothic"/>
                <a:ea typeface="Malgun Gothic"/>
              </a:rPr>
              <a:t>15분 에그인헬 🍳</a:t>
            </a:r>
          </a:p>
          <a:p>
            <a:r>
              <a:rPr lang="ko-KR" sz="1500" dirty="0">
                <a:solidFill>
                  <a:srgbClr val="5B5348"/>
                </a:solidFill>
                <a:latin typeface="Malgun Gothic"/>
                <a:ea typeface="Malgun Gothic"/>
              </a:rPr>
              <a:t>지옥불처럼 끓는 매콤한 토마토 소스에 달걀을 파묻어 반숙으로 익혀내는 한 팬 요리입니다. 양파를 오래 볶거나 소스를 뭉근히 끓일 필요 없이, 재료를 팬에 넣고 15분이면 완성됩니다.</a:t>
            </a:r>
          </a:p>
          <a:p>
            <a:r>
              <a:rPr lang="ko-KR" sz="1400" dirty="0">
                <a:solidFill>
                  <a:srgbClr val="C63A22"/>
                </a:solidFill>
                <a:latin typeface="Malgun Gothic"/>
                <a:ea typeface="Malgun Gothic"/>
              </a:rPr>
              <a:t>2인분 · 난이도 쉬움 · 조리 약 15분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재료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재료 · 2인분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올리브유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2큰술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마늘 (다진 것)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3쪽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페페론치노 또는 홍고추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1작은술 / 1개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파프리카 가루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1작은술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파사타 또는 홀토마토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400g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토마토 페이스트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1큰술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설탕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1작은술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소금·후추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약간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달걀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3~4개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페타 또는 모짜렐라 (선택)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한 줌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파슬리 (선택)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약간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바게트 또는 치아바타 (곁들임)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적당량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만드는 법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만드는 법 (1)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1.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기름에 향내기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(1분)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팬에 올리브유를 두르고 다진 마늘, 페페론치노, 파프리카 가루를 넣어 중불에서 향이 확 올라올 때까지 볶는다. 타면 쓴맛이 나니 곧바로 다음 단계로 넘어간다.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2.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토마토 붓기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(1분)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파사타(또는 손으로 으깬 홀토마토)를 붓고 토마토 페이스트, 설탕, 소금 한 꼬집을 넣어 고루 섞는다.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3.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소스 졸이기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(6분)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중강불에서 자주 저어가며 주걱 자국이 잠깐 남을 만큼 걸쭉하게 졸인다. 튀면 뚜껑을 살짝 걸쳐 둔다. 달걀을 넣기 전 이 농도가 완성 농도다.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4.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달걀 넣기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(1분)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불을 중약불로 낮추고 숟가락 뒷면으로 소스에 홈을 3~4개 만든 뒤 달걀을 하나씩 깨 넣는다. 흰자에 소금·후추를 약간 뿌린다.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만드는 법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만드는 법 (2)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5.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뚜껑 덮고 반숙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(5분)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뚜껑을 덮고 약불에서 흰자가 하얗게 굳고 노른자가 찰랑일 때까지 익힌다. 완숙을 원하면 1~2분 더 둔다.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6.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완성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(1분)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불을 끄고 페타와 파슬리를 흩뿌린 뒤 올리브유를 한 바퀴 두르고 후추를 간다. 뜨거울 때 구운 빵과 함께 낸다.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팁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팁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매운맛은 홍고추 씨를 빼면 순하게, 페페론치노를 더 넣으면 이름값 하는 지옥불이 된다.</a:t>
            </a:r>
          </a:p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소스가 뻑뻑하면 물 2~3큰술로, 묽으면 뚜껑을 열고 더 졸여 농도를 맞춘다.</a:t>
            </a:r>
          </a:p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병에 든 파사타를 쓰면 졸이는 시간이 절반으로 줄고, 달걀을 실온에 꺼내 두면 더 빨리 익는다.</a:t>
            </a:r>
          </a:p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소스를 졸이는 동안 빵을 토스터에 구워 두면 완성과 동시에 낼 수 있다. 이탈리아의 '우오바 인 푸르가토리오', 중동의 샥슈카와 사촌지간이다.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ipeBook">
  <a:themeElements>
    <a:clrScheme name="RecipeBook">
      <a:dk1>
        <a:sysClr val="windowText" lastClr="000000"/>
      </a:dk1>
      <a:lt1>
        <a:sysClr val="window" lastClr="FFFFFF"/>
      </a:lt1>
      <a:dk2>
        <a:srgbClr val="221E18"/>
      </a:dk2>
      <a:lt2>
        <a:srgbClr val="FBF3EC"/>
      </a:lt2>
      <a:accent1>
        <a:srgbClr val="C63A22"/>
      </a:accent1>
      <a:accent2>
        <a:srgbClr val="E8991F"/>
      </a:accent2>
      <a:accent3>
        <a:srgbClr val="4A6B3A"/>
      </a:accent3>
      <a:accent4>
        <a:srgbClr val="8A7568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ecipeBook">
      <a:majorFont>
        <a:latin typeface="Malgun Gothic"/>
        <a:ea typeface="Malgun Gothic"/>
        <a:cs typeface=""/>
      </a:majorFont>
      <a:minorFont>
        <a:latin typeface="Malgun Gothic"/>
        <a:ea typeface="Malgun Gothic"/>
        <a:cs typeface=""/>
      </a:minorFont>
    </a:fontScheme>
    <a:fmtScheme name="RecipeBoo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