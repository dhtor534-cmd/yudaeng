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presProps" Target="presProp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4000">
          <a:solidFill>
            <a:srgbClr val="221E18"/>
          </a:solidFill>
          <a:latin typeface="Malgun Gothic"/>
          <a:ea typeface="Malgun Gothic"/>
        </a:defRPr>
      </a:lvl1pPr>
    </p:titleStyle>
    <p:bodyStyle>
      <a:lvl1pPr algn="l">
        <a:defRPr sz="1600">
          <a:solidFill>
            <a:srgbClr val="221E18"/>
          </a:solidFill>
          <a:latin typeface="Malgun Gothic"/>
          <a:ea typeface="Malgun Gothic"/>
        </a:defRPr>
      </a:lvl1pPr>
    </p:bodyStyle>
    <p:otherStyle>
      <a:lvl1pPr>
        <a:defRPr sz="1600">
          <a:latin typeface="Malgun Gothic"/>
          <a:ea typeface="Malgun Gothic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640080" y="560070"/>
            <a:ext cx="720000" cy="86400"/>
          </a:xfrm>
          <a:prstGeom prst="rect">
            <a:avLst/>
          </a:prstGeom>
          <a:solidFill>
            <a:srgbClr val="C63A22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eyebrow"/>
          <p:cNvSpPr/>
          <p:nvPr/>
        </p:nvSpPr>
        <p:spPr>
          <a:xfrm>
            <a:off x="640080" y="700080"/>
            <a:ext cx="10911840" cy="360000"/>
          </a:xfrm>
          <a:prstGeom prst="rect">
            <a:avLst/>
          </a:prstGeom>
        </p:spPr>
        <p:txBody>
          <a:bodyPr/>
          <a:lstStyle/>
          <a:p>
            <a:r>
              <a:rPr lang="en-US" sz="1100" spc="240" dirty="0">
                <a:solidFill>
                  <a:srgbClr val="C63A22"/>
                </a:solidFill>
                <a:latin typeface="Malgun Gothic"/>
                <a:ea typeface="Malgun Gothic"/>
              </a:rPr>
              <a:t>15분 레시피북</a:t>
            </a:r>
          </a:p>
        </p:txBody>
      </p:sp>
      <p:sp>
        <p:nvSpPr>
          <p:cNvPr id="4" name="content"/>
          <p:cNvSpPr/>
          <p:nvPr/>
        </p:nvSpPr>
        <p:spPr>
          <a:xfrm>
            <a:off x="640080" y="1900000"/>
            <a:ext cx="10911840" cy="36000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ko-KR" sz="4000" b="1" dirty="0">
                <a:solidFill>
                  <a:srgbClr val="221E18"/>
                </a:solidFill>
                <a:latin typeface="Malgun Gothic"/>
                <a:ea typeface="Malgun Gothic"/>
              </a:rPr>
              <a:t>15분 간장버터 계란덮밥 🍳</a:t>
            </a:r>
          </a:p>
          <a:p>
            <a:r>
              <a:rPr lang="ko-KR" sz="1500" dirty="0">
                <a:solidFill>
                  <a:srgbClr val="5B5348"/>
                </a:solidFill>
                <a:latin typeface="Malgun Gothic"/>
                <a:ea typeface="Malgun Gothic"/>
              </a:rPr>
              <a:t>바쁠 때 냉장고 기본 재료만으로 만드는 든든한 한 그릇. 고소한 간장버터 향에 반숙 계란을 터뜨려 비벼 먹습니다.</a:t>
            </a:r>
          </a:p>
          <a:p>
            <a:r>
              <a:rPr lang="ko-KR" sz="1400" dirty="0">
                <a:solidFill>
                  <a:srgbClr val="C63A22"/>
                </a:solidFill>
                <a:latin typeface="Malgun Gothic"/>
                <a:ea typeface="Malgun Gothic"/>
              </a:rPr>
              <a:t>1인분 · 난이도 쉬움 · 조리 약 15분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640080" y="560070"/>
            <a:ext cx="720000" cy="86400"/>
          </a:xfrm>
          <a:prstGeom prst="rect">
            <a:avLst/>
          </a:prstGeom>
          <a:solidFill>
            <a:srgbClr val="C63A22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eyebrow"/>
          <p:cNvSpPr/>
          <p:nvPr/>
        </p:nvSpPr>
        <p:spPr>
          <a:xfrm>
            <a:off x="640080" y="700080"/>
            <a:ext cx="10911840" cy="360000"/>
          </a:xfrm>
          <a:prstGeom prst="rect">
            <a:avLst/>
          </a:prstGeom>
        </p:spPr>
        <p:txBody>
          <a:bodyPr/>
          <a:lstStyle/>
          <a:p>
            <a:r>
              <a:rPr lang="en-US" sz="1100" spc="240" dirty="0">
                <a:solidFill>
                  <a:srgbClr val="C63A22"/>
                </a:solidFill>
                <a:latin typeface="Malgun Gothic"/>
                <a:ea typeface="Malgun Gothic"/>
              </a:rPr>
              <a:t>재료</a:t>
            </a:r>
          </a:p>
        </p:txBody>
      </p:sp>
      <p:sp>
        <p:nvSpPr>
          <p:cNvPr id="4" name="heading"/>
          <p:cNvSpPr/>
          <p:nvPr/>
        </p:nvSpPr>
        <p:spPr>
          <a:xfrm>
            <a:off x="640080" y="1060080"/>
            <a:ext cx="10911840" cy="760000"/>
          </a:xfrm>
          <a:prstGeom prst="rect">
            <a:avLst/>
          </a:prstGeom>
        </p:spPr>
        <p:txBody>
          <a:bodyPr/>
          <a:lstStyle/>
          <a:p>
            <a:r>
              <a:rPr lang="ko-KR" sz="3200" b="1" dirty="0">
                <a:solidFill>
                  <a:srgbClr val="221E18"/>
                </a:solidFill>
                <a:latin typeface="Malgun Gothic"/>
                <a:ea typeface="Malgun Gothic"/>
              </a:rPr>
              <a:t>재료 · 1인분</a:t>
            </a:r>
          </a:p>
        </p:txBody>
      </p:sp>
      <p:sp>
        <p:nvSpPr>
          <p:cNvPr id="5" name="content"/>
          <p:cNvSpPr/>
          <p:nvPr/>
        </p:nvSpPr>
        <p:spPr>
          <a:xfrm>
            <a:off x="640080" y="1960000"/>
            <a:ext cx="10911840" cy="45000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buChar char="•"/>
            </a:pPr>
            <a:r>
              <a:rPr lang="ko-KR" sz="1500" dirty="0">
                <a:solidFill>
                  <a:srgbClr val="221E18"/>
                </a:solidFill>
                <a:latin typeface="Malgun Gothic"/>
                <a:ea typeface="Malgun Gothic"/>
              </a:rPr>
              <a:t>따뜻한 밥</a:t>
            </a:r>
            <a:r>
              <a:rPr lang="ko-KR" sz="1400" dirty="0">
                <a:solidFill>
                  <a:srgbClr val="6B6459"/>
                </a:solidFill>
                <a:latin typeface="Malgun Gothic"/>
                <a:ea typeface="Malgun Gothic"/>
              </a:rPr>
              <a:t>   —   1공기 (약 210g)</a:t>
            </a:r>
          </a:p>
          <a:p>
            <a:pPr>
              <a:buChar char="•"/>
            </a:pPr>
            <a:r>
              <a:rPr lang="ko-KR" sz="1500" dirty="0">
                <a:solidFill>
                  <a:srgbClr val="221E18"/>
                </a:solidFill>
                <a:latin typeface="Malgun Gothic"/>
                <a:ea typeface="Malgun Gothic"/>
              </a:rPr>
              <a:t>계란</a:t>
            </a:r>
            <a:r>
              <a:rPr lang="ko-KR" sz="1400" dirty="0">
                <a:solidFill>
                  <a:srgbClr val="6B6459"/>
                </a:solidFill>
                <a:latin typeface="Malgun Gothic"/>
                <a:ea typeface="Malgun Gothic"/>
              </a:rPr>
              <a:t>   —   2개</a:t>
            </a:r>
          </a:p>
          <a:p>
            <a:pPr>
              <a:buChar char="•"/>
            </a:pPr>
            <a:r>
              <a:rPr lang="ko-KR" sz="1500" dirty="0">
                <a:solidFill>
                  <a:srgbClr val="221E18"/>
                </a:solidFill>
                <a:latin typeface="Malgun Gothic"/>
                <a:ea typeface="Malgun Gothic"/>
              </a:rPr>
              <a:t>버터</a:t>
            </a:r>
            <a:r>
              <a:rPr lang="ko-KR" sz="1400" dirty="0">
                <a:solidFill>
                  <a:srgbClr val="6B6459"/>
                </a:solidFill>
                <a:latin typeface="Malgun Gothic"/>
                <a:ea typeface="Malgun Gothic"/>
              </a:rPr>
              <a:t>   —   1큰술 (약 12g)</a:t>
            </a:r>
          </a:p>
          <a:p>
            <a:pPr>
              <a:buChar char="•"/>
            </a:pPr>
            <a:r>
              <a:rPr lang="ko-KR" sz="1500" dirty="0">
                <a:solidFill>
                  <a:srgbClr val="221E18"/>
                </a:solidFill>
                <a:latin typeface="Malgun Gothic"/>
                <a:ea typeface="Malgun Gothic"/>
              </a:rPr>
              <a:t>진간장</a:t>
            </a:r>
            <a:r>
              <a:rPr lang="ko-KR" sz="1400" dirty="0">
                <a:solidFill>
                  <a:srgbClr val="6B6459"/>
                </a:solidFill>
                <a:latin typeface="Malgun Gothic"/>
                <a:ea typeface="Malgun Gothic"/>
              </a:rPr>
              <a:t>   —   1큰술</a:t>
            </a:r>
          </a:p>
          <a:p>
            <a:pPr>
              <a:buChar char="•"/>
            </a:pPr>
            <a:r>
              <a:rPr lang="ko-KR" sz="1500" dirty="0">
                <a:solidFill>
                  <a:srgbClr val="221E18"/>
                </a:solidFill>
                <a:latin typeface="Malgun Gothic"/>
                <a:ea typeface="Malgun Gothic"/>
              </a:rPr>
              <a:t>굴소스 (선택)</a:t>
            </a:r>
            <a:r>
              <a:rPr lang="ko-KR" sz="1400" dirty="0">
                <a:solidFill>
                  <a:srgbClr val="6B6459"/>
                </a:solidFill>
                <a:latin typeface="Malgun Gothic"/>
                <a:ea typeface="Malgun Gothic"/>
              </a:rPr>
              <a:t>   —   1작은술</a:t>
            </a:r>
          </a:p>
          <a:p>
            <a:pPr>
              <a:buChar char="•"/>
            </a:pPr>
            <a:r>
              <a:rPr lang="ko-KR" sz="1500" dirty="0">
                <a:solidFill>
                  <a:srgbClr val="221E18"/>
                </a:solidFill>
                <a:latin typeface="Malgun Gothic"/>
                <a:ea typeface="Malgun Gothic"/>
              </a:rPr>
              <a:t>설탕</a:t>
            </a:r>
            <a:r>
              <a:rPr lang="ko-KR" sz="1400" dirty="0">
                <a:solidFill>
                  <a:srgbClr val="6B6459"/>
                </a:solidFill>
                <a:latin typeface="Malgun Gothic"/>
                <a:ea typeface="Malgun Gothic"/>
              </a:rPr>
              <a:t>   —   1/2작은술</a:t>
            </a:r>
          </a:p>
          <a:p>
            <a:pPr>
              <a:buChar char="•"/>
            </a:pPr>
            <a:r>
              <a:rPr lang="ko-KR" sz="1500" dirty="0">
                <a:solidFill>
                  <a:srgbClr val="221E18"/>
                </a:solidFill>
                <a:latin typeface="Malgun Gothic"/>
                <a:ea typeface="Malgun Gothic"/>
              </a:rPr>
              <a:t>대파</a:t>
            </a:r>
            <a:r>
              <a:rPr lang="ko-KR" sz="1400" dirty="0">
                <a:solidFill>
                  <a:srgbClr val="6B6459"/>
                </a:solidFill>
                <a:latin typeface="Malgun Gothic"/>
                <a:ea typeface="Malgun Gothic"/>
              </a:rPr>
              <a:t>   —   1/3대</a:t>
            </a:r>
          </a:p>
          <a:p>
            <a:pPr>
              <a:buChar char="•"/>
            </a:pPr>
            <a:r>
              <a:rPr lang="ko-KR" sz="1500" dirty="0">
                <a:solidFill>
                  <a:srgbClr val="221E18"/>
                </a:solidFill>
                <a:latin typeface="Malgun Gothic"/>
                <a:ea typeface="Malgun Gothic"/>
              </a:rPr>
              <a:t>다진 마늘</a:t>
            </a:r>
            <a:r>
              <a:rPr lang="ko-KR" sz="1400" dirty="0">
                <a:solidFill>
                  <a:srgbClr val="6B6459"/>
                </a:solidFill>
                <a:latin typeface="Malgun Gothic"/>
                <a:ea typeface="Malgun Gothic"/>
              </a:rPr>
              <a:t>   —   1/2작은술</a:t>
            </a:r>
          </a:p>
          <a:p>
            <a:pPr>
              <a:buChar char="•"/>
            </a:pPr>
            <a:r>
              <a:rPr lang="ko-KR" sz="1500" dirty="0">
                <a:solidFill>
                  <a:srgbClr val="221E18"/>
                </a:solidFill>
                <a:latin typeface="Malgun Gothic"/>
                <a:ea typeface="Malgun Gothic"/>
              </a:rPr>
              <a:t>식용유</a:t>
            </a:r>
            <a:r>
              <a:rPr lang="ko-KR" sz="1400" dirty="0">
                <a:solidFill>
                  <a:srgbClr val="6B6459"/>
                </a:solidFill>
                <a:latin typeface="Malgun Gothic"/>
                <a:ea typeface="Malgun Gothic"/>
              </a:rPr>
              <a:t>   —   1큰술</a:t>
            </a:r>
          </a:p>
          <a:p>
            <a:pPr>
              <a:buChar char="•"/>
            </a:pPr>
            <a:r>
              <a:rPr lang="ko-KR" sz="1500" dirty="0">
                <a:solidFill>
                  <a:srgbClr val="221E18"/>
                </a:solidFill>
                <a:latin typeface="Malgun Gothic"/>
                <a:ea typeface="Malgun Gothic"/>
              </a:rPr>
              <a:t>통깨·후추</a:t>
            </a:r>
            <a:r>
              <a:rPr lang="ko-KR" sz="1400" dirty="0">
                <a:solidFill>
                  <a:srgbClr val="6B6459"/>
                </a:solidFill>
                <a:latin typeface="Malgun Gothic"/>
                <a:ea typeface="Malgun Gothic"/>
              </a:rPr>
              <a:t>   —   약간</a:t>
            </a:r>
          </a:p>
          <a:p>
            <a:pPr>
              <a:buChar char="•"/>
            </a:pPr>
            <a:r>
              <a:rPr lang="ko-KR" sz="1500" dirty="0">
                <a:solidFill>
                  <a:srgbClr val="221E18"/>
                </a:solidFill>
                <a:latin typeface="Malgun Gothic"/>
                <a:ea typeface="Malgun Gothic"/>
              </a:rPr>
              <a:t>김가루 (선택)</a:t>
            </a:r>
            <a:r>
              <a:rPr lang="ko-KR" sz="1400" dirty="0">
                <a:solidFill>
                  <a:srgbClr val="6B6459"/>
                </a:solidFill>
                <a:latin typeface="Malgun Gothic"/>
                <a:ea typeface="Malgun Gothic"/>
              </a:rPr>
              <a:t>   —   약간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640080" y="560070"/>
            <a:ext cx="720000" cy="86400"/>
          </a:xfrm>
          <a:prstGeom prst="rect">
            <a:avLst/>
          </a:prstGeom>
          <a:solidFill>
            <a:srgbClr val="C63A22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eyebrow"/>
          <p:cNvSpPr/>
          <p:nvPr/>
        </p:nvSpPr>
        <p:spPr>
          <a:xfrm>
            <a:off x="640080" y="700080"/>
            <a:ext cx="10911840" cy="360000"/>
          </a:xfrm>
          <a:prstGeom prst="rect">
            <a:avLst/>
          </a:prstGeom>
        </p:spPr>
        <p:txBody>
          <a:bodyPr/>
          <a:lstStyle/>
          <a:p>
            <a:r>
              <a:rPr lang="en-US" sz="1100" spc="240" dirty="0">
                <a:solidFill>
                  <a:srgbClr val="C63A22"/>
                </a:solidFill>
                <a:latin typeface="Malgun Gothic"/>
                <a:ea typeface="Malgun Gothic"/>
              </a:rPr>
              <a:t>만드는 법</a:t>
            </a:r>
          </a:p>
        </p:txBody>
      </p:sp>
      <p:sp>
        <p:nvSpPr>
          <p:cNvPr id="4" name="heading"/>
          <p:cNvSpPr/>
          <p:nvPr/>
        </p:nvSpPr>
        <p:spPr>
          <a:xfrm>
            <a:off x="640080" y="1060080"/>
            <a:ext cx="10911840" cy="760000"/>
          </a:xfrm>
          <a:prstGeom prst="rect">
            <a:avLst/>
          </a:prstGeom>
        </p:spPr>
        <p:txBody>
          <a:bodyPr/>
          <a:lstStyle/>
          <a:p>
            <a:r>
              <a:rPr lang="ko-KR" sz="3200" b="1" dirty="0">
                <a:solidFill>
                  <a:srgbClr val="221E18"/>
                </a:solidFill>
                <a:latin typeface="Malgun Gothic"/>
                <a:ea typeface="Malgun Gothic"/>
              </a:rPr>
              <a:t>만드는 법 (1)</a:t>
            </a:r>
          </a:p>
        </p:txBody>
      </p:sp>
      <p:sp>
        <p:nvSpPr>
          <p:cNvPr id="5" name="content"/>
          <p:cNvSpPr/>
          <p:nvPr/>
        </p:nvSpPr>
        <p:spPr>
          <a:xfrm>
            <a:off x="640080" y="1960000"/>
            <a:ext cx="10911840" cy="45000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ko-KR" sz="1600" b="1" dirty="0">
                <a:solidFill>
                  <a:srgbClr val="C63A22"/>
                </a:solidFill>
                <a:latin typeface="Malgun Gothic"/>
                <a:ea typeface="Malgun Gothic"/>
              </a:rPr>
              <a:t>1. </a:t>
            </a:r>
            <a:r>
              <a:rPr lang="ko-KR" sz="1600" b="1" dirty="0">
                <a:solidFill>
                  <a:srgbClr val="221E18"/>
                </a:solidFill>
                <a:latin typeface="Malgun Gothic"/>
                <a:ea typeface="Malgun Gothic"/>
              </a:rPr>
              <a:t>양념장 준비</a:t>
            </a:r>
            <a:r>
              <a:rPr lang="ko-KR" sz="1200" dirty="0">
                <a:solidFill>
                  <a:srgbClr val="4A6B3A"/>
                </a:solidFill>
                <a:latin typeface="Malgun Gothic"/>
                <a:ea typeface="Malgun Gothic"/>
              </a:rPr>
              <a:t>  (2분)</a:t>
            </a:r>
          </a:p>
          <a:p>
            <a:pPr marL="342900" indent="0"/>
            <a:r>
              <a:rPr lang="ko-KR" sz="1300" dirty="0">
                <a:solidFill>
                  <a:srgbClr val="4A443B"/>
                </a:solidFill>
                <a:latin typeface="Malgun Gothic"/>
                <a:ea typeface="Malgun Gothic"/>
              </a:rPr>
              <a:t>작은 그릇에 진간장, 굴소스, 설탕을 넣고 설탕이 녹도록 섞는다.</a:t>
            </a:r>
          </a:p>
          <a:p>
            <a:r>
              <a:rPr lang="ko-KR" sz="600" dirty="0">
                <a:solidFill>
                  <a:srgbClr val="4A443B"/>
                </a:solidFill>
                <a:latin typeface="Malgun Gothic"/>
                <a:ea typeface="Malgun Gothic"/>
              </a:rPr>
              <a:t> </a:t>
            </a:r>
          </a:p>
          <a:p>
            <a:r>
              <a:rPr lang="ko-KR" sz="1600" b="1" dirty="0">
                <a:solidFill>
                  <a:srgbClr val="C63A22"/>
                </a:solidFill>
                <a:latin typeface="Malgun Gothic"/>
                <a:ea typeface="Malgun Gothic"/>
              </a:rPr>
              <a:t>2. </a:t>
            </a:r>
            <a:r>
              <a:rPr lang="ko-KR" sz="1600" b="1" dirty="0">
                <a:solidFill>
                  <a:srgbClr val="221E18"/>
                </a:solidFill>
                <a:latin typeface="Malgun Gothic"/>
                <a:ea typeface="Malgun Gothic"/>
              </a:rPr>
              <a:t>대파 볶기</a:t>
            </a:r>
            <a:r>
              <a:rPr lang="ko-KR" sz="1200" dirty="0">
                <a:solidFill>
                  <a:srgbClr val="4A6B3A"/>
                </a:solidFill>
                <a:latin typeface="Malgun Gothic"/>
                <a:ea typeface="Malgun Gothic"/>
              </a:rPr>
              <a:t>  (3분)</a:t>
            </a:r>
          </a:p>
          <a:p>
            <a:pPr marL="342900" indent="0"/>
            <a:r>
              <a:rPr lang="ko-KR" sz="1300" dirty="0">
                <a:solidFill>
                  <a:srgbClr val="4A443B"/>
                </a:solidFill>
                <a:latin typeface="Malgun Gothic"/>
                <a:ea typeface="Malgun Gothic"/>
              </a:rPr>
              <a:t>팬에 식용유를 두르고 중약불에서 송송 썬 대파와 다진 마늘을 넣어 파기름을 낸다. 향이 올라오면 불을 약하게 줄인다.</a:t>
            </a:r>
          </a:p>
          <a:p>
            <a:r>
              <a:rPr lang="ko-KR" sz="600" dirty="0">
                <a:solidFill>
                  <a:srgbClr val="4A443B"/>
                </a:solidFill>
                <a:latin typeface="Malgun Gothic"/>
                <a:ea typeface="Malgun Gothic"/>
              </a:rPr>
              <a:t> </a:t>
            </a:r>
          </a:p>
          <a:p>
            <a:r>
              <a:rPr lang="ko-KR" sz="1600" b="1" dirty="0">
                <a:solidFill>
                  <a:srgbClr val="C63A22"/>
                </a:solidFill>
                <a:latin typeface="Malgun Gothic"/>
                <a:ea typeface="Malgun Gothic"/>
              </a:rPr>
              <a:t>3. </a:t>
            </a:r>
            <a:r>
              <a:rPr lang="ko-KR" sz="1600" b="1" dirty="0">
                <a:solidFill>
                  <a:srgbClr val="221E18"/>
                </a:solidFill>
                <a:latin typeface="Malgun Gothic"/>
                <a:ea typeface="Malgun Gothic"/>
              </a:rPr>
              <a:t>간장 조리기</a:t>
            </a:r>
            <a:r>
              <a:rPr lang="ko-KR" sz="1200" dirty="0">
                <a:solidFill>
                  <a:srgbClr val="4A6B3A"/>
                </a:solidFill>
                <a:latin typeface="Malgun Gothic"/>
                <a:ea typeface="Malgun Gothic"/>
              </a:rPr>
              <a:t>  (2분)</a:t>
            </a:r>
          </a:p>
          <a:p>
            <a:pPr marL="342900" indent="0"/>
            <a:r>
              <a:rPr lang="ko-KR" sz="1300" dirty="0">
                <a:solidFill>
                  <a:srgbClr val="4A443B"/>
                </a:solidFill>
                <a:latin typeface="Malgun Gothic"/>
                <a:ea typeface="Malgun Gothic"/>
              </a:rPr>
              <a:t>파기름에 양념장을 붓고 10~15초간 끓여 살짝 졸인 뒤, 따뜻한 밥을 넣어 간장이 고루 배도록 볶는다. 밥을 그릇에 담는다.</a:t>
            </a:r>
          </a:p>
          <a:p>
            <a:r>
              <a:rPr lang="ko-KR" sz="600" dirty="0">
                <a:solidFill>
                  <a:srgbClr val="4A443B"/>
                </a:solidFill>
                <a:latin typeface="Malgun Gothic"/>
                <a:ea typeface="Malgun Gothic"/>
              </a:rPr>
              <a:t> </a:t>
            </a:r>
          </a:p>
          <a:p>
            <a:r>
              <a:rPr lang="ko-KR" sz="1600" b="1" dirty="0">
                <a:solidFill>
                  <a:srgbClr val="C63A22"/>
                </a:solidFill>
                <a:latin typeface="Malgun Gothic"/>
                <a:ea typeface="Malgun Gothic"/>
              </a:rPr>
              <a:t>4. </a:t>
            </a:r>
            <a:r>
              <a:rPr lang="ko-KR" sz="1600" b="1" dirty="0">
                <a:solidFill>
                  <a:srgbClr val="221E18"/>
                </a:solidFill>
                <a:latin typeface="Malgun Gothic"/>
                <a:ea typeface="Malgun Gothic"/>
              </a:rPr>
              <a:t>계란 프라이</a:t>
            </a:r>
            <a:r>
              <a:rPr lang="ko-KR" sz="1200" dirty="0">
                <a:solidFill>
                  <a:srgbClr val="4A6B3A"/>
                </a:solidFill>
                <a:latin typeface="Malgun Gothic"/>
                <a:ea typeface="Malgun Gothic"/>
              </a:rPr>
              <a:t>  (4분)</a:t>
            </a:r>
          </a:p>
          <a:p>
            <a:pPr marL="342900" indent="0"/>
            <a:r>
              <a:rPr lang="ko-KR" sz="1300" dirty="0">
                <a:solidFill>
                  <a:srgbClr val="4A443B"/>
                </a:solidFill>
                <a:latin typeface="Malgun Gothic"/>
                <a:ea typeface="Malgun Gothic"/>
              </a:rPr>
              <a:t>팬을 닦고 버터를 녹인 뒤 계란을 깨 넣는다. 흰자 가장자리가 바삭해지고 노른자는 반숙이 되도록 굽는다.</a:t>
            </a:r>
          </a:p>
          <a:p>
            <a:r>
              <a:rPr lang="ko-KR" sz="600" dirty="0">
                <a:solidFill>
                  <a:srgbClr val="4A443B"/>
                </a:solidFill>
                <a:latin typeface="Malgun Gothic"/>
                <a:ea typeface="Malgun Gothic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640080" y="560070"/>
            <a:ext cx="720000" cy="86400"/>
          </a:xfrm>
          <a:prstGeom prst="rect">
            <a:avLst/>
          </a:prstGeom>
          <a:solidFill>
            <a:srgbClr val="C63A22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eyebrow"/>
          <p:cNvSpPr/>
          <p:nvPr/>
        </p:nvSpPr>
        <p:spPr>
          <a:xfrm>
            <a:off x="640080" y="700080"/>
            <a:ext cx="10911840" cy="360000"/>
          </a:xfrm>
          <a:prstGeom prst="rect">
            <a:avLst/>
          </a:prstGeom>
        </p:spPr>
        <p:txBody>
          <a:bodyPr/>
          <a:lstStyle/>
          <a:p>
            <a:r>
              <a:rPr lang="en-US" sz="1100" spc="240" dirty="0">
                <a:solidFill>
                  <a:srgbClr val="C63A22"/>
                </a:solidFill>
                <a:latin typeface="Malgun Gothic"/>
                <a:ea typeface="Malgun Gothic"/>
              </a:rPr>
              <a:t>만드는 법</a:t>
            </a:r>
          </a:p>
        </p:txBody>
      </p:sp>
      <p:sp>
        <p:nvSpPr>
          <p:cNvPr id="4" name="heading"/>
          <p:cNvSpPr/>
          <p:nvPr/>
        </p:nvSpPr>
        <p:spPr>
          <a:xfrm>
            <a:off x="640080" y="1060080"/>
            <a:ext cx="10911840" cy="760000"/>
          </a:xfrm>
          <a:prstGeom prst="rect">
            <a:avLst/>
          </a:prstGeom>
        </p:spPr>
        <p:txBody>
          <a:bodyPr/>
          <a:lstStyle/>
          <a:p>
            <a:r>
              <a:rPr lang="ko-KR" sz="3200" b="1" dirty="0">
                <a:solidFill>
                  <a:srgbClr val="221E18"/>
                </a:solidFill>
                <a:latin typeface="Malgun Gothic"/>
                <a:ea typeface="Malgun Gothic"/>
              </a:rPr>
              <a:t>만드는 법 (2)</a:t>
            </a:r>
          </a:p>
        </p:txBody>
      </p:sp>
      <p:sp>
        <p:nvSpPr>
          <p:cNvPr id="5" name="content"/>
          <p:cNvSpPr/>
          <p:nvPr/>
        </p:nvSpPr>
        <p:spPr>
          <a:xfrm>
            <a:off x="640080" y="1960000"/>
            <a:ext cx="10911840" cy="45000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ko-KR" sz="1600" b="1" dirty="0">
                <a:solidFill>
                  <a:srgbClr val="C63A22"/>
                </a:solidFill>
                <a:latin typeface="Malgun Gothic"/>
                <a:ea typeface="Malgun Gothic"/>
              </a:rPr>
              <a:t>5. </a:t>
            </a:r>
            <a:r>
              <a:rPr lang="ko-KR" sz="1600" b="1" dirty="0">
                <a:solidFill>
                  <a:srgbClr val="221E18"/>
                </a:solidFill>
                <a:latin typeface="Malgun Gothic"/>
                <a:ea typeface="Malgun Gothic"/>
              </a:rPr>
              <a:t>완성</a:t>
            </a:r>
            <a:r>
              <a:rPr lang="ko-KR" sz="1200" dirty="0">
                <a:solidFill>
                  <a:srgbClr val="4A6B3A"/>
                </a:solidFill>
                <a:latin typeface="Malgun Gothic"/>
                <a:ea typeface="Malgun Gothic"/>
              </a:rPr>
              <a:t>  (1분)</a:t>
            </a:r>
          </a:p>
          <a:p>
            <a:pPr marL="342900" indent="0"/>
            <a:r>
              <a:rPr lang="ko-KR" sz="1300" dirty="0">
                <a:solidFill>
                  <a:srgbClr val="4A443B"/>
                </a:solidFill>
                <a:latin typeface="Malgun Gothic"/>
                <a:ea typeface="Malgun Gothic"/>
              </a:rPr>
              <a:t>밥 위에 계란을 올리고, 팬에 남은 버터를 밥 위에 끼얹는다. 통깨, 후추, 김가루를 뿌린다.</a:t>
            </a:r>
          </a:p>
          <a:p>
            <a:r>
              <a:rPr lang="ko-KR" sz="600" dirty="0">
                <a:solidFill>
                  <a:srgbClr val="4A443B"/>
                </a:solidFill>
                <a:latin typeface="Malgun Gothic"/>
                <a:ea typeface="Malgun Gothic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/>
          <p:nvPr/>
        </p:nvSpPr>
        <p:spPr>
          <a:xfrm>
            <a:off x="640080" y="560070"/>
            <a:ext cx="720000" cy="86400"/>
          </a:xfrm>
          <a:prstGeom prst="rect">
            <a:avLst/>
          </a:prstGeom>
          <a:solidFill>
            <a:srgbClr val="C63A22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eyebrow"/>
          <p:cNvSpPr/>
          <p:nvPr/>
        </p:nvSpPr>
        <p:spPr>
          <a:xfrm>
            <a:off x="640080" y="700080"/>
            <a:ext cx="10911840" cy="360000"/>
          </a:xfrm>
          <a:prstGeom prst="rect">
            <a:avLst/>
          </a:prstGeom>
        </p:spPr>
        <p:txBody>
          <a:bodyPr/>
          <a:lstStyle/>
          <a:p>
            <a:r>
              <a:rPr lang="en-US" sz="1100" spc="240" dirty="0">
                <a:solidFill>
                  <a:srgbClr val="C63A22"/>
                </a:solidFill>
                <a:latin typeface="Malgun Gothic"/>
                <a:ea typeface="Malgun Gothic"/>
              </a:rPr>
              <a:t>팁</a:t>
            </a:r>
          </a:p>
        </p:txBody>
      </p:sp>
      <p:sp>
        <p:nvSpPr>
          <p:cNvPr id="4" name="heading"/>
          <p:cNvSpPr/>
          <p:nvPr/>
        </p:nvSpPr>
        <p:spPr>
          <a:xfrm>
            <a:off x="640080" y="1060080"/>
            <a:ext cx="10911840" cy="760000"/>
          </a:xfrm>
          <a:prstGeom prst="rect">
            <a:avLst/>
          </a:prstGeom>
        </p:spPr>
        <p:txBody>
          <a:bodyPr/>
          <a:lstStyle/>
          <a:p>
            <a:r>
              <a:rPr lang="ko-KR" sz="3200" b="1" dirty="0">
                <a:solidFill>
                  <a:srgbClr val="221E18"/>
                </a:solidFill>
                <a:latin typeface="Malgun Gothic"/>
                <a:ea typeface="Malgun Gothic"/>
              </a:rPr>
              <a:t>팁</a:t>
            </a:r>
          </a:p>
        </p:txBody>
      </p:sp>
      <p:sp>
        <p:nvSpPr>
          <p:cNvPr id="5" name="content"/>
          <p:cNvSpPr/>
          <p:nvPr/>
        </p:nvSpPr>
        <p:spPr>
          <a:xfrm>
            <a:off x="640080" y="1960000"/>
            <a:ext cx="10911840" cy="45000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buChar char="•"/>
            </a:pPr>
            <a:r>
              <a:rPr lang="ko-KR" sz="1400" dirty="0">
                <a:solidFill>
                  <a:srgbClr val="4A443B"/>
                </a:solidFill>
                <a:latin typeface="Malgun Gothic"/>
                <a:ea typeface="Malgun Gothic"/>
              </a:rPr>
              <a:t>매콤하게: 청양고추나 고춧가루, 스리라차를 추가한다.</a:t>
            </a:r>
          </a:p>
          <a:p>
            <a:pPr>
              <a:buChar char="•"/>
            </a:pPr>
            <a:r>
              <a:rPr lang="ko-KR" sz="1400" dirty="0">
                <a:solidFill>
                  <a:srgbClr val="4A443B"/>
                </a:solidFill>
                <a:latin typeface="Malgun Gothic"/>
                <a:ea typeface="Malgun Gothic"/>
              </a:rPr>
              <a:t>더 든든하게: 스팸이나 참치를 곁들인다.</a:t>
            </a:r>
          </a:p>
          <a:p>
            <a:pPr>
              <a:buChar char="•"/>
            </a:pPr>
            <a:r>
              <a:rPr lang="ko-KR" sz="1400" dirty="0">
                <a:solidFill>
                  <a:srgbClr val="4A443B"/>
                </a:solidFill>
                <a:latin typeface="Malgun Gothic"/>
                <a:ea typeface="Malgun Gothic"/>
              </a:rPr>
              <a:t>버터를 마지막에 밥 위로 끼얹으면 향이 훨씬 살아난다.</a:t>
            </a:r>
          </a:p>
          <a:p>
            <a:pPr>
              <a:buChar char="•"/>
            </a:pPr>
            <a:r>
              <a:rPr lang="ko-KR" sz="1400" dirty="0">
                <a:solidFill>
                  <a:srgbClr val="4A443B"/>
                </a:solidFill>
                <a:latin typeface="Malgun Gothic"/>
                <a:ea typeface="Malgun Gothic"/>
              </a:rPr>
              <a:t>간장을 살짝 졸여야 짠맛이 부드럽고 감칠맛이 난다.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cipeBook">
  <a:themeElements>
    <a:clrScheme name="RecipeBook">
      <a:dk1>
        <a:sysClr val="windowText" lastClr="000000"/>
      </a:dk1>
      <a:lt1>
        <a:sysClr val="window" lastClr="FFFFFF"/>
      </a:lt1>
      <a:dk2>
        <a:srgbClr val="221E18"/>
      </a:dk2>
      <a:lt2>
        <a:srgbClr val="FBF3EC"/>
      </a:lt2>
      <a:accent1>
        <a:srgbClr val="C63A22"/>
      </a:accent1>
      <a:accent2>
        <a:srgbClr val="E8991F"/>
      </a:accent2>
      <a:accent3>
        <a:srgbClr val="4A6B3A"/>
      </a:accent3>
      <a:accent4>
        <a:srgbClr val="8A7568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RecipeBook">
      <a:majorFont>
        <a:latin typeface="Malgun Gothic"/>
        <a:ea typeface="Malgun Gothic"/>
        <a:cs typeface=""/>
      </a:majorFont>
      <a:minorFont>
        <a:latin typeface="Malgun Gothic"/>
        <a:ea typeface="Malgun Gothic"/>
        <a:cs typeface=""/>
      </a:minorFont>
    </a:fontScheme>
    <a:fmtScheme name="RecipeBook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