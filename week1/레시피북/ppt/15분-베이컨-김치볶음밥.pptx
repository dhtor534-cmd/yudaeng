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>
          <a:solidFill>
            <a:srgbClr val="221E18"/>
          </a:solidFill>
          <a:latin typeface="Malgun Gothic"/>
          <a:ea typeface="Malgun Gothic"/>
        </a:defRPr>
      </a:lvl1pPr>
    </p:titleStyle>
    <p:bodyStyle>
      <a:lvl1pPr algn="l">
        <a:defRPr sz="1600">
          <a:solidFill>
            <a:srgbClr val="221E18"/>
          </a:solidFill>
          <a:latin typeface="Malgun Gothic"/>
          <a:ea typeface="Malgun Gothic"/>
        </a:defRPr>
      </a:lvl1pPr>
    </p:bodyStyle>
    <p:otherStyle>
      <a:lvl1pPr>
        <a:defRPr sz="1600">
          <a:latin typeface="Malgun Gothic"/>
          <a:ea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15분 레시피북</a:t>
            </a:r>
          </a:p>
        </p:txBody>
      </p:sp>
      <p:sp>
        <p:nvSpPr>
          <p:cNvPr id="4" name="content"/>
          <p:cNvSpPr/>
          <p:nvPr/>
        </p:nvSpPr>
        <p:spPr>
          <a:xfrm>
            <a:off x="640080" y="1900000"/>
            <a:ext cx="10911840" cy="3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4000" b="1" dirty="0">
                <a:solidFill>
                  <a:srgbClr val="221E18"/>
                </a:solidFill>
                <a:latin typeface="Malgun Gothic"/>
                <a:ea typeface="Malgun Gothic"/>
              </a:rPr>
              <a:t>15분 베이컨 김치볶음밥 🍳</a:t>
            </a:r>
          </a:p>
          <a:p>
            <a:r>
              <a:rPr lang="ko-KR" sz="1500" dirty="0">
                <a:solidFill>
                  <a:srgbClr val="5B5348"/>
                </a:solidFill>
                <a:latin typeface="Malgun Gothic"/>
                <a:ea typeface="Malgun Gothic"/>
              </a:rPr>
              <a:t>잘 익은 신김치와 베이컨의 기름만 있으면 완성되는 자취 밥상 클래식. 마지막에 반숙 계란을 올려 비벼 먹습니다.</a:t>
            </a:r>
          </a:p>
          <a:p>
            <a:r>
              <a:rPr lang="ko-KR" sz="1400" dirty="0">
                <a:solidFill>
                  <a:srgbClr val="C63A22"/>
                </a:solidFill>
                <a:latin typeface="Malgun Gothic"/>
                <a:ea typeface="Malgun Gothic"/>
              </a:rPr>
              <a:t>1인분 · 난이도 쉬움 · 조리 약 15분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재료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재료 · 1인분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따뜻한 밥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1공기 (약 210g)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잘 익은 김치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1컵 (약 150g)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베이컨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3줄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계란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1개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대파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1/3대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고춧가루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설탕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1/2작은술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간장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참기름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식용유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통깨·김가루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약간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(1)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1.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재료 손질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(3분)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김치는 가위로 한입 크기로 자르고, 베이컨과 대파도 잘게 썬다.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2.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베이컨 굽기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(3분)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팬에 식용유를 살짝 두르고 중불에서 베이컨을 바삭하게 굽는다. 대파를 넣어 파기름을 낸다.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3.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김치 볶기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(4분)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김치와 고춧가루, 설탕을 넣고 김치가 투명해지고 신맛이 날아갈 때까지 볶는다.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4.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밥 볶기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(3분)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밥을 넣어 덩어리를 풀어가며 볶고, 간장을 팬 가장자리에 둘러 불맛을 낸다. 불을 끄고 참기름을 두른다.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(2)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5.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계란 프라이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(2분)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다른 팬에 계란을 반숙으로 부친다.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6.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완성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/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볶음밥을 그릇에 담고 계란을 올린 뒤 통깨와 김가루를 뿌린다.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김치가 덜 익었으면 설탕을 조금 더 넣어 balance를 맞춘다.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치즈 한 장을 뜨거운 밥 위에 올려 녹이면 매운맛이 부드러워진다.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베이컨 대신 스팸, 참치, 다진 돼지고기로 대체 가능.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ipeBook">
  <a:themeElements>
    <a:clrScheme name="RecipeBook">
      <a:dk1>
        <a:sysClr val="windowText" lastClr="000000"/>
      </a:dk1>
      <a:lt1>
        <a:sysClr val="window" lastClr="FFFFFF"/>
      </a:lt1>
      <a:dk2>
        <a:srgbClr val="221E18"/>
      </a:dk2>
      <a:lt2>
        <a:srgbClr val="FBF3EC"/>
      </a:lt2>
      <a:accent1>
        <a:srgbClr val="C63A22"/>
      </a:accent1>
      <a:accent2>
        <a:srgbClr val="E8991F"/>
      </a:accent2>
      <a:accent3>
        <a:srgbClr val="4A6B3A"/>
      </a:accent3>
      <a:accent4>
        <a:srgbClr val="8A756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cipeBook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RecipeBoo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