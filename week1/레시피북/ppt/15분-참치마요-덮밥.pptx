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000">
          <a:solidFill>
            <a:srgbClr val="221E18"/>
          </a:solidFill>
          <a:latin typeface="Malgun Gothic"/>
          <a:ea typeface="Malgun Gothic"/>
        </a:defRPr>
      </a:lvl1pPr>
    </p:titleStyle>
    <p:bodyStyle>
      <a:lvl1pPr algn="l">
        <a:defRPr sz="1600">
          <a:solidFill>
            <a:srgbClr val="221E18"/>
          </a:solidFill>
          <a:latin typeface="Malgun Gothic"/>
          <a:ea typeface="Malgun Gothic"/>
        </a:defRPr>
      </a:lvl1pPr>
    </p:bodyStyle>
    <p:otherStyle>
      <a:lvl1pPr>
        <a:defRPr sz="1600">
          <a:latin typeface="Malgun Gothic"/>
          <a:ea typeface="Malgun Gothic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640080" y="560070"/>
            <a:ext cx="720000" cy="86400"/>
          </a:xfrm>
          <a:prstGeom prst="rect">
            <a:avLst/>
          </a:prstGeom>
          <a:solidFill>
            <a:srgbClr val="C63A2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yebrow"/>
          <p:cNvSpPr/>
          <p:nvPr/>
        </p:nvSpPr>
        <p:spPr>
          <a:xfrm>
            <a:off x="640080" y="700080"/>
            <a:ext cx="10911840" cy="360000"/>
          </a:xfrm>
          <a:prstGeom prst="rect">
            <a:avLst/>
          </a:prstGeom>
        </p:spPr>
        <p:txBody>
          <a:bodyPr/>
          <a:lstStyle/>
          <a:p>
            <a:r>
              <a:rPr lang="en-US" sz="1100" spc="240" dirty="0">
                <a:solidFill>
                  <a:srgbClr val="C63A22"/>
                </a:solidFill>
                <a:latin typeface="Malgun Gothic"/>
                <a:ea typeface="Malgun Gothic"/>
              </a:rPr>
              <a:t>15분 레시피북</a:t>
            </a:r>
          </a:p>
        </p:txBody>
      </p:sp>
      <p:sp>
        <p:nvSpPr>
          <p:cNvPr id="4" name="content"/>
          <p:cNvSpPr/>
          <p:nvPr/>
        </p:nvSpPr>
        <p:spPr>
          <a:xfrm>
            <a:off x="640080" y="1900000"/>
            <a:ext cx="10911840" cy="36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ko-KR" sz="4000" b="1" dirty="0">
                <a:solidFill>
                  <a:srgbClr val="221E18"/>
                </a:solidFill>
                <a:latin typeface="Malgun Gothic"/>
                <a:ea typeface="Malgun Gothic"/>
              </a:rPr>
              <a:t>15분 참치마요 덮밥 🐟</a:t>
            </a:r>
          </a:p>
          <a:p>
            <a:r>
              <a:rPr lang="ko-KR" sz="1500" dirty="0">
                <a:solidFill>
                  <a:srgbClr val="5B5348"/>
                </a:solidFill>
                <a:latin typeface="Malgun Gothic"/>
                <a:ea typeface="Malgun Gothic"/>
              </a:rPr>
              <a:t>캔 참치와 마요네즈만 있으면 끝. 불을 거의 쓰지 않아 더운 날에도 부담 없는 초간단 덮밥입니다.</a:t>
            </a:r>
          </a:p>
          <a:p>
            <a:r>
              <a:rPr lang="ko-KR" sz="1400" dirty="0">
                <a:solidFill>
                  <a:srgbClr val="C63A22"/>
                </a:solidFill>
                <a:latin typeface="Malgun Gothic"/>
                <a:ea typeface="Malgun Gothic"/>
              </a:rPr>
              <a:t>1인분 · 난이도 매우 쉬움 · 조리 약 15분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640080" y="560070"/>
            <a:ext cx="720000" cy="86400"/>
          </a:xfrm>
          <a:prstGeom prst="rect">
            <a:avLst/>
          </a:prstGeom>
          <a:solidFill>
            <a:srgbClr val="C63A2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yebrow"/>
          <p:cNvSpPr/>
          <p:nvPr/>
        </p:nvSpPr>
        <p:spPr>
          <a:xfrm>
            <a:off x="640080" y="700080"/>
            <a:ext cx="10911840" cy="360000"/>
          </a:xfrm>
          <a:prstGeom prst="rect">
            <a:avLst/>
          </a:prstGeom>
        </p:spPr>
        <p:txBody>
          <a:bodyPr/>
          <a:lstStyle/>
          <a:p>
            <a:r>
              <a:rPr lang="en-US" sz="1100" spc="240" dirty="0">
                <a:solidFill>
                  <a:srgbClr val="C63A22"/>
                </a:solidFill>
                <a:latin typeface="Malgun Gothic"/>
                <a:ea typeface="Malgun Gothic"/>
              </a:rPr>
              <a:t>재료</a:t>
            </a:r>
          </a:p>
        </p:txBody>
      </p:sp>
      <p:sp>
        <p:nvSpPr>
          <p:cNvPr id="4" name="heading"/>
          <p:cNvSpPr/>
          <p:nvPr/>
        </p:nvSpPr>
        <p:spPr>
          <a:xfrm>
            <a:off x="640080" y="1060080"/>
            <a:ext cx="10911840" cy="760000"/>
          </a:xfrm>
          <a:prstGeom prst="rect">
            <a:avLst/>
          </a:prstGeom>
        </p:spPr>
        <p:txBody>
          <a:bodyPr/>
          <a:lstStyle/>
          <a:p>
            <a:r>
              <a:rPr lang="ko-KR" sz="3200" b="1" dirty="0">
                <a:solidFill>
                  <a:srgbClr val="221E18"/>
                </a:solidFill>
                <a:latin typeface="Malgun Gothic"/>
                <a:ea typeface="Malgun Gothic"/>
              </a:rPr>
              <a:t>재료 · 1인분</a:t>
            </a:r>
          </a:p>
        </p:txBody>
      </p:sp>
      <p:sp>
        <p:nvSpPr>
          <p:cNvPr id="5" name="content"/>
          <p:cNvSpPr/>
          <p:nvPr/>
        </p:nvSpPr>
        <p:spPr>
          <a:xfrm>
            <a:off x="640080" y="1960000"/>
            <a:ext cx="10911840" cy="45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따뜻한 밥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1공기 (약 210g)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캔 참치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1캔 (100g)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마요네즈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1.5큰술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계란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1개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양파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1/6개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쪽파 또는 대파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약간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간장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1작은술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설탕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1/2작은술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스리라차 (선택)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1작은술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조미김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2봉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참기름·통깨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약간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640080" y="560070"/>
            <a:ext cx="720000" cy="86400"/>
          </a:xfrm>
          <a:prstGeom prst="rect">
            <a:avLst/>
          </a:prstGeom>
          <a:solidFill>
            <a:srgbClr val="C63A2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yebrow"/>
          <p:cNvSpPr/>
          <p:nvPr/>
        </p:nvSpPr>
        <p:spPr>
          <a:xfrm>
            <a:off x="640080" y="700080"/>
            <a:ext cx="10911840" cy="360000"/>
          </a:xfrm>
          <a:prstGeom prst="rect">
            <a:avLst/>
          </a:prstGeom>
        </p:spPr>
        <p:txBody>
          <a:bodyPr/>
          <a:lstStyle/>
          <a:p>
            <a:r>
              <a:rPr lang="en-US" sz="1100" spc="240" dirty="0">
                <a:solidFill>
                  <a:srgbClr val="C63A22"/>
                </a:solidFill>
                <a:latin typeface="Malgun Gothic"/>
                <a:ea typeface="Malgun Gothic"/>
              </a:rPr>
              <a:t>만드는 법</a:t>
            </a:r>
          </a:p>
        </p:txBody>
      </p:sp>
      <p:sp>
        <p:nvSpPr>
          <p:cNvPr id="4" name="heading"/>
          <p:cNvSpPr/>
          <p:nvPr/>
        </p:nvSpPr>
        <p:spPr>
          <a:xfrm>
            <a:off x="640080" y="1060080"/>
            <a:ext cx="10911840" cy="760000"/>
          </a:xfrm>
          <a:prstGeom prst="rect">
            <a:avLst/>
          </a:prstGeom>
        </p:spPr>
        <p:txBody>
          <a:bodyPr/>
          <a:lstStyle/>
          <a:p>
            <a:r>
              <a:rPr lang="ko-KR" sz="3200" b="1" dirty="0">
                <a:solidFill>
                  <a:srgbClr val="221E18"/>
                </a:solidFill>
                <a:latin typeface="Malgun Gothic"/>
                <a:ea typeface="Malgun Gothic"/>
              </a:rPr>
              <a:t>만드는 법 (1)</a:t>
            </a:r>
          </a:p>
        </p:txBody>
      </p:sp>
      <p:sp>
        <p:nvSpPr>
          <p:cNvPr id="5" name="content"/>
          <p:cNvSpPr/>
          <p:nvPr/>
        </p:nvSpPr>
        <p:spPr>
          <a:xfrm>
            <a:off x="640080" y="1960000"/>
            <a:ext cx="10911840" cy="45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1.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참치 기름 빼기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>  (2분)</a:t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캔 참치를 체에 밭쳐 숟가락으로 눌러 기름을 뺀다.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2.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양파 절이기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>  (3분)</a:t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양파를 잘게 다져 찬물에 3분 담가 매운맛을 뺀 뒤 물기를 짠다.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3.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참치마요 무침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>  (3분)</a:t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참치, 양파, 마요네즈, 설탕, 스리라차를 넣고 섞는다.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4.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계란 프라이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>  (4분)</a:t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팬에 기름을 두르고 계란을 반숙으로 부친다.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640080" y="560070"/>
            <a:ext cx="720000" cy="86400"/>
          </a:xfrm>
          <a:prstGeom prst="rect">
            <a:avLst/>
          </a:prstGeom>
          <a:solidFill>
            <a:srgbClr val="C63A2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yebrow"/>
          <p:cNvSpPr/>
          <p:nvPr/>
        </p:nvSpPr>
        <p:spPr>
          <a:xfrm>
            <a:off x="640080" y="700080"/>
            <a:ext cx="10911840" cy="360000"/>
          </a:xfrm>
          <a:prstGeom prst="rect">
            <a:avLst/>
          </a:prstGeom>
        </p:spPr>
        <p:txBody>
          <a:bodyPr/>
          <a:lstStyle/>
          <a:p>
            <a:r>
              <a:rPr lang="en-US" sz="1100" spc="240" dirty="0">
                <a:solidFill>
                  <a:srgbClr val="C63A22"/>
                </a:solidFill>
                <a:latin typeface="Malgun Gothic"/>
                <a:ea typeface="Malgun Gothic"/>
              </a:rPr>
              <a:t>만드는 법</a:t>
            </a:r>
          </a:p>
        </p:txBody>
      </p:sp>
      <p:sp>
        <p:nvSpPr>
          <p:cNvPr id="4" name="heading"/>
          <p:cNvSpPr/>
          <p:nvPr/>
        </p:nvSpPr>
        <p:spPr>
          <a:xfrm>
            <a:off x="640080" y="1060080"/>
            <a:ext cx="10911840" cy="760000"/>
          </a:xfrm>
          <a:prstGeom prst="rect">
            <a:avLst/>
          </a:prstGeom>
        </p:spPr>
        <p:txBody>
          <a:bodyPr/>
          <a:lstStyle/>
          <a:p>
            <a:r>
              <a:rPr lang="ko-KR" sz="3200" b="1" dirty="0">
                <a:solidFill>
                  <a:srgbClr val="221E18"/>
                </a:solidFill>
                <a:latin typeface="Malgun Gothic"/>
                <a:ea typeface="Malgun Gothic"/>
              </a:rPr>
              <a:t>만드는 법 (2)</a:t>
            </a:r>
          </a:p>
        </p:txBody>
      </p:sp>
      <p:sp>
        <p:nvSpPr>
          <p:cNvPr id="5" name="content"/>
          <p:cNvSpPr/>
          <p:nvPr/>
        </p:nvSpPr>
        <p:spPr>
          <a:xfrm>
            <a:off x="640080" y="1960000"/>
            <a:ext cx="10911840" cy="45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5.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밥 양념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>  (1분)</a:t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따뜻한 밥에 간장 1작은술과 참기름을 넣어 살살 비빈다.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6.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완성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>  (2분)</a:t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밥 위에 참치마요를 올리고 계란, 부순 조미김, 쪽파, 통깨를 얹는다.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640080" y="560070"/>
            <a:ext cx="720000" cy="86400"/>
          </a:xfrm>
          <a:prstGeom prst="rect">
            <a:avLst/>
          </a:prstGeom>
          <a:solidFill>
            <a:srgbClr val="C63A2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yebrow"/>
          <p:cNvSpPr/>
          <p:nvPr/>
        </p:nvSpPr>
        <p:spPr>
          <a:xfrm>
            <a:off x="640080" y="700080"/>
            <a:ext cx="10911840" cy="360000"/>
          </a:xfrm>
          <a:prstGeom prst="rect">
            <a:avLst/>
          </a:prstGeom>
        </p:spPr>
        <p:txBody>
          <a:bodyPr/>
          <a:lstStyle/>
          <a:p>
            <a:r>
              <a:rPr lang="en-US" sz="1100" spc="240" dirty="0">
                <a:solidFill>
                  <a:srgbClr val="C63A22"/>
                </a:solidFill>
                <a:latin typeface="Malgun Gothic"/>
                <a:ea typeface="Malgun Gothic"/>
              </a:rPr>
              <a:t>팁</a:t>
            </a:r>
          </a:p>
        </p:txBody>
      </p:sp>
      <p:sp>
        <p:nvSpPr>
          <p:cNvPr id="4" name="heading"/>
          <p:cNvSpPr/>
          <p:nvPr/>
        </p:nvSpPr>
        <p:spPr>
          <a:xfrm>
            <a:off x="640080" y="1060080"/>
            <a:ext cx="10911840" cy="760000"/>
          </a:xfrm>
          <a:prstGeom prst="rect">
            <a:avLst/>
          </a:prstGeom>
        </p:spPr>
        <p:txBody>
          <a:bodyPr/>
          <a:lstStyle/>
          <a:p>
            <a:r>
              <a:rPr lang="ko-KR" sz="3200" b="1" dirty="0">
                <a:solidFill>
                  <a:srgbClr val="221E18"/>
                </a:solidFill>
                <a:latin typeface="Malgun Gothic"/>
                <a:ea typeface="Malgun Gothic"/>
              </a:rPr>
              <a:t>팁</a:t>
            </a:r>
          </a:p>
        </p:txBody>
      </p:sp>
      <p:sp>
        <p:nvSpPr>
          <p:cNvPr id="5" name="content"/>
          <p:cNvSpPr/>
          <p:nvPr/>
        </p:nvSpPr>
        <p:spPr>
          <a:xfrm>
            <a:off x="640080" y="1960000"/>
            <a:ext cx="10911840" cy="45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Char char="•"/>
            </a:pPr>
            <a:r>
              <a:rPr lang="ko-KR" sz="1400" dirty="0">
                <a:solidFill>
                  <a:srgbClr val="4A443B"/>
                </a:solidFill>
                <a:latin typeface="Malgun Gothic"/>
                <a:ea typeface="Malgun Gothic"/>
              </a:rPr>
              <a:t>마요네즈 대신 그릭요거트 절반을 섞으면 느끼함이 줄어든다.</a:t>
            </a:r>
          </a:p>
          <a:p>
            <a:pPr>
              <a:buChar char="•"/>
            </a:pPr>
            <a:r>
              <a:rPr lang="ko-KR" sz="1400" dirty="0">
                <a:solidFill>
                  <a:srgbClr val="4A443B"/>
                </a:solidFill>
                <a:latin typeface="Malgun Gothic"/>
                <a:ea typeface="Malgun Gothic"/>
              </a:rPr>
              <a:t>옥수수콘이나 오이 다진 것을 넣으면 식감이 살아난다.</a:t>
            </a:r>
          </a:p>
          <a:p>
            <a:pPr>
              <a:buChar char="•"/>
            </a:pPr>
            <a:r>
              <a:rPr lang="ko-KR" sz="1400" dirty="0">
                <a:solidFill>
                  <a:srgbClr val="4A443B"/>
                </a:solidFill>
                <a:latin typeface="Malgun Gothic"/>
                <a:ea typeface="Malgun Gothic"/>
              </a:rPr>
              <a:t>김밥 김에 밥과 참치마요를 넣어 손말이 김밥으로도 활용 가능.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cipeBook">
  <a:themeElements>
    <a:clrScheme name="RecipeBook">
      <a:dk1>
        <a:sysClr val="windowText" lastClr="000000"/>
      </a:dk1>
      <a:lt1>
        <a:sysClr val="window" lastClr="FFFFFF"/>
      </a:lt1>
      <a:dk2>
        <a:srgbClr val="221E18"/>
      </a:dk2>
      <a:lt2>
        <a:srgbClr val="FBF3EC"/>
      </a:lt2>
      <a:accent1>
        <a:srgbClr val="C63A22"/>
      </a:accent1>
      <a:accent2>
        <a:srgbClr val="E8991F"/>
      </a:accent2>
      <a:accent3>
        <a:srgbClr val="4A6B3A"/>
      </a:accent3>
      <a:accent4>
        <a:srgbClr val="8A7568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ecipeBook">
      <a:majorFont>
        <a:latin typeface="Malgun Gothic"/>
        <a:ea typeface="Malgun Gothic"/>
        <a:cs typeface=""/>
      </a:majorFont>
      <a:minorFont>
        <a:latin typeface="Malgun Gothic"/>
        <a:ea typeface="Malgun Gothic"/>
        <a:cs typeface=""/>
      </a:minorFont>
    </a:fontScheme>
    <a:fmtScheme name="RecipeBoo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