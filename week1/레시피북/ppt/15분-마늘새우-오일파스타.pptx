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rgbClr val="221E18"/>
          </a:solidFill>
          <a:latin typeface="Malgun Gothic"/>
          <a:ea typeface="Malgun Gothic"/>
        </a:defRPr>
      </a:lvl1pPr>
    </p:titleStyle>
    <p:bodyStyle>
      <a:lvl1pPr algn="l">
        <a:defRPr sz="1600">
          <a:solidFill>
            <a:srgbClr val="221E18"/>
          </a:solidFill>
          <a:latin typeface="Malgun Gothic"/>
          <a:ea typeface="Malgun Gothic"/>
        </a:defRPr>
      </a:lvl1pPr>
    </p:bodyStyle>
    <p:otherStyle>
      <a:lvl1pPr>
        <a:defRPr sz="1600">
          <a:latin typeface="Malgun Gothic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15분 레시피북</a:t>
            </a:r>
          </a:p>
        </p:txBody>
      </p:sp>
      <p:sp>
        <p:nvSpPr>
          <p:cNvPr id="4" name="content"/>
          <p:cNvSpPr/>
          <p:nvPr/>
        </p:nvSpPr>
        <p:spPr>
          <a:xfrm>
            <a:off x="640080" y="1900000"/>
            <a:ext cx="10911840" cy="3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4000" b="1" dirty="0">
                <a:solidFill>
                  <a:srgbClr val="221E18"/>
                </a:solidFill>
                <a:latin typeface="Malgun Gothic"/>
                <a:ea typeface="Malgun Gothic"/>
              </a:rPr>
              <a:t>15분 마늘새우 오일파스타 🍤</a:t>
            </a:r>
          </a:p>
          <a:p>
            <a:r>
              <a:rPr lang="ko-KR" sz="1500" dirty="0">
                <a:solidFill>
                  <a:srgbClr val="5B5348"/>
                </a:solidFill>
                <a:latin typeface="Malgun Gothic"/>
                <a:ea typeface="Malgun Gothic"/>
              </a:rPr>
              <a:t>알리오 올리오에 새우를 더한 기본 오일파스타. 면수를 잘 활용하면 소스가 촉촉하게 유화됩니다.</a:t>
            </a:r>
          </a:p>
          <a:p>
            <a:r>
              <a:rPr lang="ko-KR" sz="1400" dirty="0">
                <a:solidFill>
                  <a:srgbClr val="C63A22"/>
                </a:solidFill>
                <a:latin typeface="Malgun Gothic"/>
                <a:ea typeface="Malgun Gothic"/>
              </a:rPr>
              <a:t>1인분 · 난이도 보통 · 조리 약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재료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재료 · 1인분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스파게티면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100g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냉동 새우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8~10마리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마늘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5쪽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페페론치노 (또는 건고추)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2~3개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올리브유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3큰술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소금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파스타 삶는 물용 1큰술 +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후추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파슬리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면수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1/2컵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(1)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1.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면 삶기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(8분)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넉넉한 물에 소금 1큰술을 넣고 끓인 뒤 면을 포장 시간보다 1분 짧게 삶는다. **면수 1/2컵은 따로 남겨둔다.**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2.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마늘 향내기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삶는 동안 팬에 올리브유와 편 썬 마늘, 부순 페페론치노를 넣고 약불에서 마늘이 옅은 갈색이 될 때까지 천천히 익힌다.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3.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새우 익히기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물기를 뺀 새우를 넣고 중불에서 겉면이 분홍색으로 바뀔 때까지 볶는다.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4.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유화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면수를 절반 붓고 팬을 흔들어 기름과 물이 섞여 뽀얗게 되도록 한다.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(2)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5.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면 버무리기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삶은 면을 넣고 중불에서 소스가 면에 코팅되도록 30초~1분 볶는다. 소금·후추로 간한다.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6.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완성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/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불을 끄고 올리브유 1작은술과 파슬리를 뿌린다.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마늘은 절대 센 불로 태우지 않는다. 쓴맛이 나면 처음부터 다시.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면수가 핵심. 소스가 뻑뻑하면 조금씩 더 넣어 농도를 맞춘다.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매운맛을 원하면 페페론치노를 더, 담백하게는 빼고 후추만.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Book">
  <a:themeElements>
    <a:clrScheme name="RecipeBook">
      <a:dk1>
        <a:sysClr val="windowText" lastClr="000000"/>
      </a:dk1>
      <a:lt1>
        <a:sysClr val="window" lastClr="FFFFFF"/>
      </a:lt1>
      <a:dk2>
        <a:srgbClr val="221E18"/>
      </a:dk2>
      <a:lt2>
        <a:srgbClr val="FBF3EC"/>
      </a:lt2>
      <a:accent1>
        <a:srgbClr val="C63A22"/>
      </a:accent1>
      <a:accent2>
        <a:srgbClr val="E8991F"/>
      </a:accent2>
      <a:accent3>
        <a:srgbClr val="4A6B3A"/>
      </a:accent3>
      <a:accent4>
        <a:srgbClr val="8A756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ipeBook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Recipe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